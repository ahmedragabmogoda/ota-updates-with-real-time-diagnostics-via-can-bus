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9"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5" r:id="rId16"/>
    <p:sldId id="273" r:id="rId17"/>
    <p:sldId id="287" r:id="rId18"/>
    <p:sldId id="288" r:id="rId19"/>
    <p:sldId id="274" r:id="rId20"/>
    <p:sldId id="276" r:id="rId21"/>
    <p:sldId id="277" r:id="rId22"/>
    <p:sldId id="278" r:id="rId23"/>
    <p:sldId id="279" r:id="rId24"/>
    <p:sldId id="280" r:id="rId25"/>
    <p:sldId id="281" r:id="rId26"/>
    <p:sldId id="282" r:id="rId27"/>
    <p:sldId id="283" r:id="rId28"/>
    <p:sldId id="284" r:id="rId29"/>
    <p:sldId id="286" r:id="rId30"/>
    <p:sldId id="28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79" d="100"/>
          <a:sy n="79"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ata7.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ata8.xml.rels><?xml version="1.0" encoding="UTF-8" standalone="yes"?>
<Relationships xmlns="http://schemas.openxmlformats.org/package/2006/relationships"><Relationship Id="rId8" Type="http://schemas.openxmlformats.org/officeDocument/2006/relationships/image" Target="../media/image33.svg"/><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sv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svg"/><Relationship Id="rId4" Type="http://schemas.openxmlformats.org/officeDocument/2006/relationships/image" Target="../media/image29.svg"/><Relationship Id="rId9" Type="http://schemas.openxmlformats.org/officeDocument/2006/relationships/image" Target="../media/image34.png"/><Relationship Id="rId14" Type="http://schemas.openxmlformats.org/officeDocument/2006/relationships/image" Target="../media/image39.svg"/></Relationships>
</file>

<file path=ppt/diagrams/_rels/data12.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svg"/><Relationship Id="rId1" Type="http://schemas.openxmlformats.org/officeDocument/2006/relationships/image" Target="../media/image23.png"/><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image" Target="../media/image50.svg"/></Relationships>
</file>

<file path=ppt/diagrams/_rels/data14.xml.rels><?xml version="1.0" encoding="UTF-8" standalone="yes"?>
<Relationships xmlns="http://schemas.openxmlformats.org/package/2006/relationships"><Relationship Id="rId8" Type="http://schemas.openxmlformats.org/officeDocument/2006/relationships/image" Target="../media/image62.sv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image" Target="../media/image56.svg"/><Relationship Id="rId1" Type="http://schemas.openxmlformats.org/officeDocument/2006/relationships/image" Target="../media/image55.png"/><Relationship Id="rId6" Type="http://schemas.openxmlformats.org/officeDocument/2006/relationships/image" Target="../media/image60.svg"/><Relationship Id="rId5" Type="http://schemas.openxmlformats.org/officeDocument/2006/relationships/image" Target="../media/image59.png"/><Relationship Id="rId4" Type="http://schemas.openxmlformats.org/officeDocument/2006/relationships/image" Target="../media/image5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4" Type="http://schemas.openxmlformats.org/officeDocument/2006/relationships/image" Target="../media/image9.svg"/></Relationships>
</file>

<file path=ppt/diagrams/_rels/drawing7.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8.xml.rels><?xml version="1.0" encoding="UTF-8" standalone="yes"?>
<Relationships xmlns="http://schemas.openxmlformats.org/package/2006/relationships"><Relationship Id="rId8" Type="http://schemas.openxmlformats.org/officeDocument/2006/relationships/image" Target="../media/image33.svg"/><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sv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svg"/><Relationship Id="rId4" Type="http://schemas.openxmlformats.org/officeDocument/2006/relationships/image" Target="../media/image29.svg"/><Relationship Id="rId9" Type="http://schemas.openxmlformats.org/officeDocument/2006/relationships/image" Target="../media/image34.png"/><Relationship Id="rId14" Type="http://schemas.openxmlformats.org/officeDocument/2006/relationships/image" Target="../media/image39.svg"/></Relationships>
</file>

<file path=ppt/diagrams/_rels/drawing12.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svg"/><Relationship Id="rId1" Type="http://schemas.openxmlformats.org/officeDocument/2006/relationships/image" Target="../media/image23.png"/><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image" Target="../media/image50.svg"/></Relationships>
</file>

<file path=ppt/diagrams/_rels/drawing14.xml.rels><?xml version="1.0" encoding="UTF-8" standalone="yes"?>
<Relationships xmlns="http://schemas.openxmlformats.org/package/2006/relationships"><Relationship Id="rId8" Type="http://schemas.openxmlformats.org/officeDocument/2006/relationships/image" Target="../media/image62.sv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image" Target="../media/image56.svg"/><Relationship Id="rId1" Type="http://schemas.openxmlformats.org/officeDocument/2006/relationships/image" Target="../media/image55.png"/><Relationship Id="rId6" Type="http://schemas.openxmlformats.org/officeDocument/2006/relationships/image" Target="../media/image60.svg"/><Relationship Id="rId5" Type="http://schemas.openxmlformats.org/officeDocument/2006/relationships/image" Target="../media/image59.png"/><Relationship Id="rId4" Type="http://schemas.openxmlformats.org/officeDocument/2006/relationships/image" Target="../media/image58.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23EC27-7062-45D4-8919-58D4EA2B9C3A}" type="doc">
      <dgm:prSet loTypeId="urn:microsoft.com/office/officeart/2018/2/layout/IconVerticalSolidList" loCatId="icon" qsTypeId="urn:microsoft.com/office/officeart/2005/8/quickstyle/simple4" qsCatId="simple" csTypeId="urn:microsoft.com/office/officeart/2005/8/colors/colorful5" csCatId="colorful" phldr="1"/>
      <dgm:spPr/>
      <dgm:t>
        <a:bodyPr/>
        <a:lstStyle/>
        <a:p>
          <a:endParaRPr lang="en-US"/>
        </a:p>
      </dgm:t>
    </dgm:pt>
    <dgm:pt modelId="{64C94C22-6E70-4855-B8A7-304DDC674AB3}">
      <dgm:prSet/>
      <dgm:spPr/>
      <dgm:t>
        <a:bodyPr/>
        <a:lstStyle/>
        <a:p>
          <a:pPr>
            <a:lnSpc>
              <a:spcPct val="100000"/>
            </a:lnSpc>
          </a:pPr>
          <a:r>
            <a:rPr lang="en-US" dirty="0"/>
            <a:t>Integrate real‑time health monitoring and secure OTA firmware updates over the existing CAN bus</a:t>
          </a:r>
        </a:p>
      </dgm:t>
    </dgm:pt>
    <dgm:pt modelId="{95293EDB-2C20-4CB0-AC01-F92E28C08696}" type="parTrans" cxnId="{157D1EAB-4D07-4F55-ABE8-446933F192C3}">
      <dgm:prSet/>
      <dgm:spPr/>
      <dgm:t>
        <a:bodyPr/>
        <a:lstStyle/>
        <a:p>
          <a:endParaRPr lang="en-US"/>
        </a:p>
      </dgm:t>
    </dgm:pt>
    <dgm:pt modelId="{26CE7D1C-D1CA-482D-9FE9-AA85FD3EA0AE}" type="sibTrans" cxnId="{157D1EAB-4D07-4F55-ABE8-446933F192C3}">
      <dgm:prSet/>
      <dgm:spPr/>
      <dgm:t>
        <a:bodyPr/>
        <a:lstStyle/>
        <a:p>
          <a:endParaRPr lang="en-US"/>
        </a:p>
      </dgm:t>
    </dgm:pt>
    <dgm:pt modelId="{047CA43E-96CD-47C2-998C-C1F885259DE6}">
      <dgm:prSet/>
      <dgm:spPr/>
      <dgm:t>
        <a:bodyPr/>
        <a:lstStyle/>
        <a:p>
          <a:pPr>
            <a:lnSpc>
              <a:spcPct val="100000"/>
            </a:lnSpc>
          </a:pPr>
          <a:r>
            <a:rPr lang="en-US" dirty="0"/>
            <a:t>Eliminate garage visits and unify diagnostics with maintenance processes</a:t>
          </a:r>
        </a:p>
      </dgm:t>
    </dgm:pt>
    <dgm:pt modelId="{734C857B-90B3-4E2E-8F72-9B825426B0BE}" type="parTrans" cxnId="{DA19A2F3-5ABE-46A2-BD68-1E3E68D68F68}">
      <dgm:prSet/>
      <dgm:spPr/>
      <dgm:t>
        <a:bodyPr/>
        <a:lstStyle/>
        <a:p>
          <a:endParaRPr lang="en-US"/>
        </a:p>
      </dgm:t>
    </dgm:pt>
    <dgm:pt modelId="{61F27890-855D-41EF-B418-69C0384176F5}" type="sibTrans" cxnId="{DA19A2F3-5ABE-46A2-BD68-1E3E68D68F68}">
      <dgm:prSet/>
      <dgm:spPr/>
      <dgm:t>
        <a:bodyPr/>
        <a:lstStyle/>
        <a:p>
          <a:endParaRPr lang="en-US"/>
        </a:p>
      </dgm:t>
    </dgm:pt>
    <dgm:pt modelId="{FFE4865D-E587-4385-9AD3-AD10B89CAF50}" type="pres">
      <dgm:prSet presAssocID="{CD23EC27-7062-45D4-8919-58D4EA2B9C3A}" presName="root" presStyleCnt="0">
        <dgm:presLayoutVars>
          <dgm:dir/>
          <dgm:resizeHandles val="exact"/>
        </dgm:presLayoutVars>
      </dgm:prSet>
      <dgm:spPr/>
    </dgm:pt>
    <dgm:pt modelId="{D4093A90-174F-4F4E-96B9-1497A8FA1278}" type="pres">
      <dgm:prSet presAssocID="{64C94C22-6E70-4855-B8A7-304DDC674AB3}" presName="compNode" presStyleCnt="0"/>
      <dgm:spPr/>
    </dgm:pt>
    <dgm:pt modelId="{55A4104F-542F-46C1-BD31-84FA35813E12}" type="pres">
      <dgm:prSet presAssocID="{64C94C22-6E70-4855-B8A7-304DDC674AB3}" presName="bgRect" presStyleLbl="bgShp" presStyleIdx="0" presStyleCnt="2"/>
      <dgm:spPr/>
    </dgm:pt>
    <dgm:pt modelId="{BFD7B1A9-5814-4EA5-ADF6-182BF313B730}" type="pres">
      <dgm:prSet presAssocID="{64C94C22-6E70-4855-B8A7-304DDC674AB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ock"/>
        </a:ext>
      </dgm:extLst>
    </dgm:pt>
    <dgm:pt modelId="{5A2837B3-18DE-42FE-BFC9-83841ACA1541}" type="pres">
      <dgm:prSet presAssocID="{64C94C22-6E70-4855-B8A7-304DDC674AB3}" presName="spaceRect" presStyleCnt="0"/>
      <dgm:spPr/>
    </dgm:pt>
    <dgm:pt modelId="{98BA5BD9-A5AA-43EC-ADC8-0DD7ABD801B2}" type="pres">
      <dgm:prSet presAssocID="{64C94C22-6E70-4855-B8A7-304DDC674AB3}" presName="parTx" presStyleLbl="revTx" presStyleIdx="0" presStyleCnt="2">
        <dgm:presLayoutVars>
          <dgm:chMax val="0"/>
          <dgm:chPref val="0"/>
        </dgm:presLayoutVars>
      </dgm:prSet>
      <dgm:spPr/>
    </dgm:pt>
    <dgm:pt modelId="{1FEBD9E0-C87F-4903-A9EB-FF0E04D2A058}" type="pres">
      <dgm:prSet presAssocID="{26CE7D1C-D1CA-482D-9FE9-AA85FD3EA0AE}" presName="sibTrans" presStyleCnt="0"/>
      <dgm:spPr/>
    </dgm:pt>
    <dgm:pt modelId="{529FC417-D082-4CC9-BC7B-33B9576785E1}" type="pres">
      <dgm:prSet presAssocID="{047CA43E-96CD-47C2-998C-C1F885259DE6}" presName="compNode" presStyleCnt="0"/>
      <dgm:spPr/>
    </dgm:pt>
    <dgm:pt modelId="{EED25163-A859-47B6-B378-129F94C6F046}" type="pres">
      <dgm:prSet presAssocID="{047CA43E-96CD-47C2-998C-C1F885259DE6}" presName="bgRect" presStyleLbl="bgShp" presStyleIdx="1" presStyleCnt="2"/>
      <dgm:spPr/>
    </dgm:pt>
    <dgm:pt modelId="{68D8FC26-ACFF-4B27-B781-6FDC5FBE6541}" type="pres">
      <dgm:prSet presAssocID="{047CA43E-96CD-47C2-998C-C1F885259DE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ools"/>
        </a:ext>
      </dgm:extLst>
    </dgm:pt>
    <dgm:pt modelId="{44C1FE9E-1A85-4FC8-935C-0249092E618F}" type="pres">
      <dgm:prSet presAssocID="{047CA43E-96CD-47C2-998C-C1F885259DE6}" presName="spaceRect" presStyleCnt="0"/>
      <dgm:spPr/>
    </dgm:pt>
    <dgm:pt modelId="{1FCE1BB8-B1A2-4C25-8FCE-FDC3CF44BAC8}" type="pres">
      <dgm:prSet presAssocID="{047CA43E-96CD-47C2-998C-C1F885259DE6}" presName="parTx" presStyleLbl="revTx" presStyleIdx="1" presStyleCnt="2">
        <dgm:presLayoutVars>
          <dgm:chMax val="0"/>
          <dgm:chPref val="0"/>
        </dgm:presLayoutVars>
      </dgm:prSet>
      <dgm:spPr/>
    </dgm:pt>
  </dgm:ptLst>
  <dgm:cxnLst>
    <dgm:cxn modelId="{29F33B1B-04B1-40C1-BA6E-EB58D764DD5B}" type="presOf" srcId="{64C94C22-6E70-4855-B8A7-304DDC674AB3}" destId="{98BA5BD9-A5AA-43EC-ADC8-0DD7ABD801B2}" srcOrd="0" destOrd="0" presId="urn:microsoft.com/office/officeart/2018/2/layout/IconVerticalSolidList"/>
    <dgm:cxn modelId="{8ECF927D-5E38-4B68-BCEC-6CD8126C4FEB}" type="presOf" srcId="{047CA43E-96CD-47C2-998C-C1F885259DE6}" destId="{1FCE1BB8-B1A2-4C25-8FCE-FDC3CF44BAC8}" srcOrd="0" destOrd="0" presId="urn:microsoft.com/office/officeart/2018/2/layout/IconVerticalSolidList"/>
    <dgm:cxn modelId="{B715A880-B5A9-48F2-999D-61187850A0B2}" type="presOf" srcId="{CD23EC27-7062-45D4-8919-58D4EA2B9C3A}" destId="{FFE4865D-E587-4385-9AD3-AD10B89CAF50}" srcOrd="0" destOrd="0" presId="urn:microsoft.com/office/officeart/2018/2/layout/IconVerticalSolidList"/>
    <dgm:cxn modelId="{157D1EAB-4D07-4F55-ABE8-446933F192C3}" srcId="{CD23EC27-7062-45D4-8919-58D4EA2B9C3A}" destId="{64C94C22-6E70-4855-B8A7-304DDC674AB3}" srcOrd="0" destOrd="0" parTransId="{95293EDB-2C20-4CB0-AC01-F92E28C08696}" sibTransId="{26CE7D1C-D1CA-482D-9FE9-AA85FD3EA0AE}"/>
    <dgm:cxn modelId="{DA19A2F3-5ABE-46A2-BD68-1E3E68D68F68}" srcId="{CD23EC27-7062-45D4-8919-58D4EA2B9C3A}" destId="{047CA43E-96CD-47C2-998C-C1F885259DE6}" srcOrd="1" destOrd="0" parTransId="{734C857B-90B3-4E2E-8F72-9B825426B0BE}" sibTransId="{61F27890-855D-41EF-B418-69C0384176F5}"/>
    <dgm:cxn modelId="{43573CD8-508B-4BB6-809B-1386BB570B1D}" type="presParOf" srcId="{FFE4865D-E587-4385-9AD3-AD10B89CAF50}" destId="{D4093A90-174F-4F4E-96B9-1497A8FA1278}" srcOrd="0" destOrd="0" presId="urn:microsoft.com/office/officeart/2018/2/layout/IconVerticalSolidList"/>
    <dgm:cxn modelId="{AC4D1B91-5801-40A7-ABA0-FDFB567A8E4A}" type="presParOf" srcId="{D4093A90-174F-4F4E-96B9-1497A8FA1278}" destId="{55A4104F-542F-46C1-BD31-84FA35813E12}" srcOrd="0" destOrd="0" presId="urn:microsoft.com/office/officeart/2018/2/layout/IconVerticalSolidList"/>
    <dgm:cxn modelId="{F801828A-FDD9-4599-BA4F-4E2D0737C7C1}" type="presParOf" srcId="{D4093A90-174F-4F4E-96B9-1497A8FA1278}" destId="{BFD7B1A9-5814-4EA5-ADF6-182BF313B730}" srcOrd="1" destOrd="0" presId="urn:microsoft.com/office/officeart/2018/2/layout/IconVerticalSolidList"/>
    <dgm:cxn modelId="{372EE14C-3A43-43BD-9184-17B3CEB10211}" type="presParOf" srcId="{D4093A90-174F-4F4E-96B9-1497A8FA1278}" destId="{5A2837B3-18DE-42FE-BFC9-83841ACA1541}" srcOrd="2" destOrd="0" presId="urn:microsoft.com/office/officeart/2018/2/layout/IconVerticalSolidList"/>
    <dgm:cxn modelId="{BDDC7262-84AC-4C28-BEF2-8A716A40248A}" type="presParOf" srcId="{D4093A90-174F-4F4E-96B9-1497A8FA1278}" destId="{98BA5BD9-A5AA-43EC-ADC8-0DD7ABD801B2}" srcOrd="3" destOrd="0" presId="urn:microsoft.com/office/officeart/2018/2/layout/IconVerticalSolidList"/>
    <dgm:cxn modelId="{CC23F068-E6DB-4BC2-82FF-4E53640F1DFF}" type="presParOf" srcId="{FFE4865D-E587-4385-9AD3-AD10B89CAF50}" destId="{1FEBD9E0-C87F-4903-A9EB-FF0E04D2A058}" srcOrd="1" destOrd="0" presId="urn:microsoft.com/office/officeart/2018/2/layout/IconVerticalSolidList"/>
    <dgm:cxn modelId="{B2839723-46BB-47B6-B859-C05878D6653B}" type="presParOf" srcId="{FFE4865D-E587-4385-9AD3-AD10B89CAF50}" destId="{529FC417-D082-4CC9-BC7B-33B9576785E1}" srcOrd="2" destOrd="0" presId="urn:microsoft.com/office/officeart/2018/2/layout/IconVerticalSolidList"/>
    <dgm:cxn modelId="{6F697947-DD54-4C56-81E2-F760266E201C}" type="presParOf" srcId="{529FC417-D082-4CC9-BC7B-33B9576785E1}" destId="{EED25163-A859-47B6-B378-129F94C6F046}" srcOrd="0" destOrd="0" presId="urn:microsoft.com/office/officeart/2018/2/layout/IconVerticalSolidList"/>
    <dgm:cxn modelId="{5552A881-BF24-4AD9-97D7-1579339237C6}" type="presParOf" srcId="{529FC417-D082-4CC9-BC7B-33B9576785E1}" destId="{68D8FC26-ACFF-4B27-B781-6FDC5FBE6541}" srcOrd="1" destOrd="0" presId="urn:microsoft.com/office/officeart/2018/2/layout/IconVerticalSolidList"/>
    <dgm:cxn modelId="{F68E48C2-B73B-4FF0-89F3-532A3C8231A0}" type="presParOf" srcId="{529FC417-D082-4CC9-BC7B-33B9576785E1}" destId="{44C1FE9E-1A85-4FC8-935C-0249092E618F}" srcOrd="2" destOrd="0" presId="urn:microsoft.com/office/officeart/2018/2/layout/IconVerticalSolidList"/>
    <dgm:cxn modelId="{AD9A7FF7-1D06-4F48-A6C7-DD7C0FF07568}" type="presParOf" srcId="{529FC417-D082-4CC9-BC7B-33B9576785E1}" destId="{1FCE1BB8-B1A2-4C25-8FCE-FDC3CF44BAC8}"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6AB86E1-439C-4998-8603-865330F5E1A3}"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2A330E27-CF17-4076-AF45-CF33FAFACFA3}">
      <dgm:prSet/>
      <dgm:spPr/>
      <dgm:t>
        <a:bodyPr/>
        <a:lstStyle/>
        <a:p>
          <a:r>
            <a:rPr lang="en-US" b="1" i="0" baseline="0" dirty="0"/>
            <a:t>Develop an Integrated Vehicle-Control System</a:t>
          </a:r>
          <a:endParaRPr lang="en-US" dirty="0"/>
        </a:p>
      </dgm:t>
    </dgm:pt>
    <dgm:pt modelId="{85E3FD23-3C32-4E04-AFE4-48BC170F965E}" type="parTrans" cxnId="{AB5AA404-566D-4B56-88C1-183D834BD428}">
      <dgm:prSet/>
      <dgm:spPr/>
      <dgm:t>
        <a:bodyPr/>
        <a:lstStyle/>
        <a:p>
          <a:endParaRPr lang="en-US"/>
        </a:p>
      </dgm:t>
    </dgm:pt>
    <dgm:pt modelId="{1428B3F3-FE2A-4E6D-8B52-568B81B492FF}" type="sibTrans" cxnId="{AB5AA404-566D-4B56-88C1-183D834BD428}">
      <dgm:prSet/>
      <dgm:spPr/>
      <dgm:t>
        <a:bodyPr/>
        <a:lstStyle/>
        <a:p>
          <a:endParaRPr lang="en-US"/>
        </a:p>
      </dgm:t>
    </dgm:pt>
    <dgm:pt modelId="{5D92EFE7-47C3-416C-991D-75ACC06C822B}">
      <dgm:prSet/>
      <dgm:spPr/>
      <dgm:t>
        <a:bodyPr/>
        <a:lstStyle/>
        <a:p>
          <a:r>
            <a:rPr lang="en-US" b="0" i="0" baseline="0"/>
            <a:t>Real‑time streaming of sensor data (temperature, distance, speed) over CAN bus</a:t>
          </a:r>
          <a:endParaRPr lang="en-US"/>
        </a:p>
      </dgm:t>
    </dgm:pt>
    <dgm:pt modelId="{71F5DE47-37B6-4B1B-974A-C1BE06C3F83E}" type="parTrans" cxnId="{4F5E40CA-C72C-4CB5-B1AE-231AB90A52B2}">
      <dgm:prSet/>
      <dgm:spPr/>
      <dgm:t>
        <a:bodyPr/>
        <a:lstStyle/>
        <a:p>
          <a:endParaRPr lang="en-US"/>
        </a:p>
      </dgm:t>
    </dgm:pt>
    <dgm:pt modelId="{9C36B8EF-8725-4CAA-85F3-C5A839AC655D}" type="sibTrans" cxnId="{4F5E40CA-C72C-4CB5-B1AE-231AB90A52B2}">
      <dgm:prSet/>
      <dgm:spPr/>
      <dgm:t>
        <a:bodyPr/>
        <a:lstStyle/>
        <a:p>
          <a:endParaRPr lang="en-US"/>
        </a:p>
      </dgm:t>
    </dgm:pt>
    <dgm:pt modelId="{427ADD57-1CD6-46D7-9F92-BD10CBA2B09F}">
      <dgm:prSet/>
      <dgm:spPr/>
      <dgm:t>
        <a:bodyPr/>
        <a:lstStyle/>
        <a:p>
          <a:r>
            <a:rPr lang="en-US" b="1" i="0" baseline="0" dirty="0"/>
            <a:t>Enable On‑Demand Diagnostics</a:t>
          </a:r>
          <a:endParaRPr lang="en-US" dirty="0"/>
        </a:p>
      </dgm:t>
    </dgm:pt>
    <dgm:pt modelId="{6367444E-9C53-4839-B9A0-A79CB587C175}" type="parTrans" cxnId="{852D4A57-CDB5-45A6-9BE1-8933E6013167}">
      <dgm:prSet/>
      <dgm:spPr/>
      <dgm:t>
        <a:bodyPr/>
        <a:lstStyle/>
        <a:p>
          <a:endParaRPr lang="en-US"/>
        </a:p>
      </dgm:t>
    </dgm:pt>
    <dgm:pt modelId="{A49CA9A4-A414-4590-B6E7-F05FF37590FC}" type="sibTrans" cxnId="{852D4A57-CDB5-45A6-9BE1-8933E6013167}">
      <dgm:prSet/>
      <dgm:spPr/>
      <dgm:t>
        <a:bodyPr/>
        <a:lstStyle/>
        <a:p>
          <a:endParaRPr lang="en-US"/>
        </a:p>
      </dgm:t>
    </dgm:pt>
    <dgm:pt modelId="{12A72E56-42EA-44B0-B678-B9CE0FD0EE55}">
      <dgm:prSet/>
      <dgm:spPr/>
      <dgm:t>
        <a:bodyPr/>
        <a:lstStyle/>
        <a:p>
          <a:r>
            <a:rPr lang="en-US" b="0" i="0" baseline="0"/>
            <a:t>Implement UDS protocol for session control, security access, and DTC read/clear</a:t>
          </a:r>
          <a:endParaRPr lang="en-US"/>
        </a:p>
      </dgm:t>
    </dgm:pt>
    <dgm:pt modelId="{F49B7CDE-5991-464B-A2DC-8C2067BA0510}" type="parTrans" cxnId="{E340E32E-4D45-4191-9B48-C4C38686D94A}">
      <dgm:prSet/>
      <dgm:spPr/>
      <dgm:t>
        <a:bodyPr/>
        <a:lstStyle/>
        <a:p>
          <a:endParaRPr lang="en-US"/>
        </a:p>
      </dgm:t>
    </dgm:pt>
    <dgm:pt modelId="{7CFAE36B-2E04-4655-8461-4BFEF61ABDF6}" type="sibTrans" cxnId="{E340E32E-4D45-4191-9B48-C4C38686D94A}">
      <dgm:prSet/>
      <dgm:spPr/>
      <dgm:t>
        <a:bodyPr/>
        <a:lstStyle/>
        <a:p>
          <a:endParaRPr lang="en-US"/>
        </a:p>
      </dgm:t>
    </dgm:pt>
    <dgm:pt modelId="{64CD393A-098F-49AC-984B-2D8A5F917C11}">
      <dgm:prSet/>
      <dgm:spPr/>
      <dgm:t>
        <a:bodyPr/>
        <a:lstStyle/>
        <a:p>
          <a:r>
            <a:rPr lang="en-US" b="1" i="0" baseline="0" dirty="0"/>
            <a:t>Secure, Fail‑Safe OTA Firmware Updates</a:t>
          </a:r>
          <a:endParaRPr lang="en-US" dirty="0"/>
        </a:p>
      </dgm:t>
    </dgm:pt>
    <dgm:pt modelId="{FA41099F-3695-4198-A36C-BCD8D9F0F550}" type="parTrans" cxnId="{E6A9F3C4-0FF6-410D-A649-22A47B242CBA}">
      <dgm:prSet/>
      <dgm:spPr/>
      <dgm:t>
        <a:bodyPr/>
        <a:lstStyle/>
        <a:p>
          <a:endParaRPr lang="en-US"/>
        </a:p>
      </dgm:t>
    </dgm:pt>
    <dgm:pt modelId="{14D7864F-DC05-430A-AFA3-43B3C1B80119}" type="sibTrans" cxnId="{E6A9F3C4-0FF6-410D-A649-22A47B242CBA}">
      <dgm:prSet/>
      <dgm:spPr/>
      <dgm:t>
        <a:bodyPr/>
        <a:lstStyle/>
        <a:p>
          <a:endParaRPr lang="en-US"/>
        </a:p>
      </dgm:t>
    </dgm:pt>
    <dgm:pt modelId="{BD526405-274F-48D3-89AE-457738DE5816}">
      <dgm:prSet/>
      <dgm:spPr/>
      <dgm:t>
        <a:bodyPr/>
        <a:lstStyle/>
        <a:p>
          <a:r>
            <a:rPr lang="en-US" b="0" i="0" baseline="0" dirty="0"/>
            <a:t>Dual‑bank (App1/App2) bootloader on STM32.</a:t>
          </a:r>
          <a:endParaRPr lang="en-US" dirty="0"/>
        </a:p>
      </dgm:t>
    </dgm:pt>
    <dgm:pt modelId="{2F7C0105-BB1B-4530-A763-B5F07557863D}" type="parTrans" cxnId="{08225A2E-6320-4F81-96D8-FF401664DD2A}">
      <dgm:prSet/>
      <dgm:spPr/>
      <dgm:t>
        <a:bodyPr/>
        <a:lstStyle/>
        <a:p>
          <a:endParaRPr lang="en-US"/>
        </a:p>
      </dgm:t>
    </dgm:pt>
    <dgm:pt modelId="{873E4D47-1BE1-469C-8025-B5C35707F6B3}" type="sibTrans" cxnId="{08225A2E-6320-4F81-96D8-FF401664DD2A}">
      <dgm:prSet/>
      <dgm:spPr/>
      <dgm:t>
        <a:bodyPr/>
        <a:lstStyle/>
        <a:p>
          <a:endParaRPr lang="en-US"/>
        </a:p>
      </dgm:t>
    </dgm:pt>
    <dgm:pt modelId="{D2F1EEC4-135C-4EE3-AB8E-1A2971BAF59B}">
      <dgm:prSet/>
      <dgm:spPr/>
      <dgm:t>
        <a:bodyPr/>
        <a:lstStyle/>
        <a:p>
          <a:r>
            <a:rPr lang="en-US" b="0" i="0" baseline="0"/>
            <a:t>Automatic rollback on failure</a:t>
          </a:r>
          <a:endParaRPr lang="en-US"/>
        </a:p>
      </dgm:t>
    </dgm:pt>
    <dgm:pt modelId="{3F2986E9-B2AC-4693-A5E2-97A7883CD5F4}" type="parTrans" cxnId="{031DD68D-6822-4AD0-8DE9-1287C72AEE84}">
      <dgm:prSet/>
      <dgm:spPr/>
      <dgm:t>
        <a:bodyPr/>
        <a:lstStyle/>
        <a:p>
          <a:endParaRPr lang="en-US"/>
        </a:p>
      </dgm:t>
    </dgm:pt>
    <dgm:pt modelId="{FD7399A1-378A-436A-B458-F3BFB922A894}" type="sibTrans" cxnId="{031DD68D-6822-4AD0-8DE9-1287C72AEE84}">
      <dgm:prSet/>
      <dgm:spPr/>
      <dgm:t>
        <a:bodyPr/>
        <a:lstStyle/>
        <a:p>
          <a:endParaRPr lang="en-US"/>
        </a:p>
      </dgm:t>
    </dgm:pt>
    <dgm:pt modelId="{2857147D-BFAF-4234-B125-FB8B8227A8FC}">
      <dgm:prSet/>
      <dgm:spPr/>
      <dgm:t>
        <a:bodyPr/>
        <a:lstStyle/>
        <a:p>
          <a:r>
            <a:rPr lang="en-US" b="1" i="0" baseline="0" dirty="0"/>
            <a:t>User‑Friendly Web Interface</a:t>
          </a:r>
          <a:endParaRPr lang="en-US" dirty="0"/>
        </a:p>
      </dgm:t>
    </dgm:pt>
    <dgm:pt modelId="{4529653F-E48D-48F3-B165-F656862DCA30}" type="parTrans" cxnId="{A543DF53-D2B9-4DCA-B03D-4306532CAC56}">
      <dgm:prSet/>
      <dgm:spPr/>
      <dgm:t>
        <a:bodyPr/>
        <a:lstStyle/>
        <a:p>
          <a:endParaRPr lang="en-US"/>
        </a:p>
      </dgm:t>
    </dgm:pt>
    <dgm:pt modelId="{C7697979-1BD5-495E-BC5B-EAC9047A2366}" type="sibTrans" cxnId="{A543DF53-D2B9-4DCA-B03D-4306532CAC56}">
      <dgm:prSet/>
      <dgm:spPr/>
      <dgm:t>
        <a:bodyPr/>
        <a:lstStyle/>
        <a:p>
          <a:endParaRPr lang="en-US"/>
        </a:p>
      </dgm:t>
    </dgm:pt>
    <dgm:pt modelId="{1017650F-CE25-4282-8041-F67A0D1365F5}">
      <dgm:prSet/>
      <dgm:spPr/>
      <dgm:t>
        <a:bodyPr/>
        <a:lstStyle/>
        <a:p>
          <a:r>
            <a:rPr lang="en-US" b="0" i="0" baseline="0"/>
            <a:t>Flask‑based GUI on Raspberry Pi</a:t>
          </a:r>
          <a:endParaRPr lang="en-US"/>
        </a:p>
      </dgm:t>
    </dgm:pt>
    <dgm:pt modelId="{25733B27-137E-43DA-8C9C-03E9C7502F1E}" type="parTrans" cxnId="{2E86C868-F9B7-409E-97AA-A8FCAF208D9B}">
      <dgm:prSet/>
      <dgm:spPr/>
      <dgm:t>
        <a:bodyPr/>
        <a:lstStyle/>
        <a:p>
          <a:endParaRPr lang="en-US"/>
        </a:p>
      </dgm:t>
    </dgm:pt>
    <dgm:pt modelId="{D6D5C56C-B196-48ED-B959-D925B2561F42}" type="sibTrans" cxnId="{2E86C868-F9B7-409E-97AA-A8FCAF208D9B}">
      <dgm:prSet/>
      <dgm:spPr/>
      <dgm:t>
        <a:bodyPr/>
        <a:lstStyle/>
        <a:p>
          <a:endParaRPr lang="en-US"/>
        </a:p>
      </dgm:t>
    </dgm:pt>
    <dgm:pt modelId="{D6B7ED7B-BE9E-4A93-9E01-554AEDF3EC6A}">
      <dgm:prSet/>
      <dgm:spPr/>
      <dgm:t>
        <a:bodyPr/>
        <a:lstStyle/>
        <a:p>
          <a:r>
            <a:rPr lang="en-US" b="0" i="0" baseline="0"/>
            <a:t>Live dashboard via Server‑Sent Events (SSE)</a:t>
          </a:r>
          <a:endParaRPr lang="en-US"/>
        </a:p>
      </dgm:t>
    </dgm:pt>
    <dgm:pt modelId="{73AEE0C9-2E66-47C4-B1D9-17D33ACBB3C2}" type="parTrans" cxnId="{D8910FD9-41FB-4CFE-9FB4-2FF3239C0ECF}">
      <dgm:prSet/>
      <dgm:spPr/>
      <dgm:t>
        <a:bodyPr/>
        <a:lstStyle/>
        <a:p>
          <a:endParaRPr lang="en-US"/>
        </a:p>
      </dgm:t>
    </dgm:pt>
    <dgm:pt modelId="{C0238546-A139-40CD-9FCF-FB731208FB07}" type="sibTrans" cxnId="{D8910FD9-41FB-4CFE-9FB4-2FF3239C0ECF}">
      <dgm:prSet/>
      <dgm:spPr/>
      <dgm:t>
        <a:bodyPr/>
        <a:lstStyle/>
        <a:p>
          <a:endParaRPr lang="en-US"/>
        </a:p>
      </dgm:t>
    </dgm:pt>
    <dgm:pt modelId="{A1F44FF6-62CC-4505-AB1A-7E505132EEFD}" type="pres">
      <dgm:prSet presAssocID="{76AB86E1-439C-4998-8603-865330F5E1A3}" presName="Name0" presStyleCnt="0">
        <dgm:presLayoutVars>
          <dgm:dir/>
          <dgm:animLvl val="lvl"/>
          <dgm:resizeHandles val="exact"/>
        </dgm:presLayoutVars>
      </dgm:prSet>
      <dgm:spPr/>
    </dgm:pt>
    <dgm:pt modelId="{4F58FCB2-311B-452D-AE97-E4FAC5ED0543}" type="pres">
      <dgm:prSet presAssocID="{2A330E27-CF17-4076-AF45-CF33FAFACFA3}" presName="linNode" presStyleCnt="0"/>
      <dgm:spPr/>
    </dgm:pt>
    <dgm:pt modelId="{0FF5A7A8-E817-47A3-A053-56B189AD316A}" type="pres">
      <dgm:prSet presAssocID="{2A330E27-CF17-4076-AF45-CF33FAFACFA3}" presName="parentText" presStyleLbl="node1" presStyleIdx="0" presStyleCnt="4">
        <dgm:presLayoutVars>
          <dgm:chMax val="1"/>
          <dgm:bulletEnabled val="1"/>
        </dgm:presLayoutVars>
      </dgm:prSet>
      <dgm:spPr/>
    </dgm:pt>
    <dgm:pt modelId="{04F8AF1E-FA68-469F-A1A5-C6DE32F51ABF}" type="pres">
      <dgm:prSet presAssocID="{2A330E27-CF17-4076-AF45-CF33FAFACFA3}" presName="descendantText" presStyleLbl="alignAccFollowNode1" presStyleIdx="0" presStyleCnt="4">
        <dgm:presLayoutVars>
          <dgm:bulletEnabled val="1"/>
        </dgm:presLayoutVars>
      </dgm:prSet>
      <dgm:spPr/>
    </dgm:pt>
    <dgm:pt modelId="{1EFB8309-A33D-4AD7-B673-2E5E2A5F7206}" type="pres">
      <dgm:prSet presAssocID="{1428B3F3-FE2A-4E6D-8B52-568B81B492FF}" presName="sp" presStyleCnt="0"/>
      <dgm:spPr/>
    </dgm:pt>
    <dgm:pt modelId="{ECC58B4E-2B7B-4D8F-8999-BF1548A892FF}" type="pres">
      <dgm:prSet presAssocID="{427ADD57-1CD6-46D7-9F92-BD10CBA2B09F}" presName="linNode" presStyleCnt="0"/>
      <dgm:spPr/>
    </dgm:pt>
    <dgm:pt modelId="{78745951-5208-40C2-9D7F-D954EFE9DD4B}" type="pres">
      <dgm:prSet presAssocID="{427ADD57-1CD6-46D7-9F92-BD10CBA2B09F}" presName="parentText" presStyleLbl="node1" presStyleIdx="1" presStyleCnt="4">
        <dgm:presLayoutVars>
          <dgm:chMax val="1"/>
          <dgm:bulletEnabled val="1"/>
        </dgm:presLayoutVars>
      </dgm:prSet>
      <dgm:spPr/>
    </dgm:pt>
    <dgm:pt modelId="{BA97B063-D0F6-4447-BE7D-D61F78B701ED}" type="pres">
      <dgm:prSet presAssocID="{427ADD57-1CD6-46D7-9F92-BD10CBA2B09F}" presName="descendantText" presStyleLbl="alignAccFollowNode1" presStyleIdx="1" presStyleCnt="4">
        <dgm:presLayoutVars>
          <dgm:bulletEnabled val="1"/>
        </dgm:presLayoutVars>
      </dgm:prSet>
      <dgm:spPr/>
    </dgm:pt>
    <dgm:pt modelId="{0F1446A0-DE3E-4674-85D4-C779D5B898D0}" type="pres">
      <dgm:prSet presAssocID="{A49CA9A4-A414-4590-B6E7-F05FF37590FC}" presName="sp" presStyleCnt="0"/>
      <dgm:spPr/>
    </dgm:pt>
    <dgm:pt modelId="{DF3DCE36-4C14-46A1-BFA6-839D90348C3A}" type="pres">
      <dgm:prSet presAssocID="{64CD393A-098F-49AC-984B-2D8A5F917C11}" presName="linNode" presStyleCnt="0"/>
      <dgm:spPr/>
    </dgm:pt>
    <dgm:pt modelId="{79DDB437-9DE9-4972-80AA-ED4E764DBD92}" type="pres">
      <dgm:prSet presAssocID="{64CD393A-098F-49AC-984B-2D8A5F917C11}" presName="parentText" presStyleLbl="node1" presStyleIdx="2" presStyleCnt="4">
        <dgm:presLayoutVars>
          <dgm:chMax val="1"/>
          <dgm:bulletEnabled val="1"/>
        </dgm:presLayoutVars>
      </dgm:prSet>
      <dgm:spPr/>
    </dgm:pt>
    <dgm:pt modelId="{13CED1E8-E593-4288-94A2-74E957BFBB61}" type="pres">
      <dgm:prSet presAssocID="{64CD393A-098F-49AC-984B-2D8A5F917C11}" presName="descendantText" presStyleLbl="alignAccFollowNode1" presStyleIdx="2" presStyleCnt="4">
        <dgm:presLayoutVars>
          <dgm:bulletEnabled val="1"/>
        </dgm:presLayoutVars>
      </dgm:prSet>
      <dgm:spPr/>
    </dgm:pt>
    <dgm:pt modelId="{E8D58DB1-9D5E-4A83-BDE9-C6E4F4ED2B4E}" type="pres">
      <dgm:prSet presAssocID="{14D7864F-DC05-430A-AFA3-43B3C1B80119}" presName="sp" presStyleCnt="0"/>
      <dgm:spPr/>
    </dgm:pt>
    <dgm:pt modelId="{478AE7F5-9368-4051-B0B1-777DF27C079F}" type="pres">
      <dgm:prSet presAssocID="{2857147D-BFAF-4234-B125-FB8B8227A8FC}" presName="linNode" presStyleCnt="0"/>
      <dgm:spPr/>
    </dgm:pt>
    <dgm:pt modelId="{84D06516-6AA7-4BFB-9152-F56F3D21C49F}" type="pres">
      <dgm:prSet presAssocID="{2857147D-BFAF-4234-B125-FB8B8227A8FC}" presName="parentText" presStyleLbl="node1" presStyleIdx="3" presStyleCnt="4">
        <dgm:presLayoutVars>
          <dgm:chMax val="1"/>
          <dgm:bulletEnabled val="1"/>
        </dgm:presLayoutVars>
      </dgm:prSet>
      <dgm:spPr/>
    </dgm:pt>
    <dgm:pt modelId="{94E12784-5F14-4FC6-89DC-DFE2CE484691}" type="pres">
      <dgm:prSet presAssocID="{2857147D-BFAF-4234-B125-FB8B8227A8FC}" presName="descendantText" presStyleLbl="alignAccFollowNode1" presStyleIdx="3" presStyleCnt="4">
        <dgm:presLayoutVars>
          <dgm:bulletEnabled val="1"/>
        </dgm:presLayoutVars>
      </dgm:prSet>
      <dgm:spPr/>
    </dgm:pt>
  </dgm:ptLst>
  <dgm:cxnLst>
    <dgm:cxn modelId="{3BEE3A03-81AD-4F92-8581-D0ECC35A538C}" type="presOf" srcId="{2857147D-BFAF-4234-B125-FB8B8227A8FC}" destId="{84D06516-6AA7-4BFB-9152-F56F3D21C49F}" srcOrd="0" destOrd="0" presId="urn:microsoft.com/office/officeart/2005/8/layout/vList5"/>
    <dgm:cxn modelId="{AB5AA404-566D-4B56-88C1-183D834BD428}" srcId="{76AB86E1-439C-4998-8603-865330F5E1A3}" destId="{2A330E27-CF17-4076-AF45-CF33FAFACFA3}" srcOrd="0" destOrd="0" parTransId="{85E3FD23-3C32-4E04-AFE4-48BC170F965E}" sibTransId="{1428B3F3-FE2A-4E6D-8B52-568B81B492FF}"/>
    <dgm:cxn modelId="{17B55611-286F-498B-9FFB-AD2A122327AD}" type="presOf" srcId="{5D92EFE7-47C3-416C-991D-75ACC06C822B}" destId="{04F8AF1E-FA68-469F-A1A5-C6DE32F51ABF}" srcOrd="0" destOrd="0" presId="urn:microsoft.com/office/officeart/2005/8/layout/vList5"/>
    <dgm:cxn modelId="{1F73292E-1748-455F-A8EA-DAA7B415E02A}" type="presOf" srcId="{D6B7ED7B-BE9E-4A93-9E01-554AEDF3EC6A}" destId="{94E12784-5F14-4FC6-89DC-DFE2CE484691}" srcOrd="0" destOrd="1" presId="urn:microsoft.com/office/officeart/2005/8/layout/vList5"/>
    <dgm:cxn modelId="{08225A2E-6320-4F81-96D8-FF401664DD2A}" srcId="{64CD393A-098F-49AC-984B-2D8A5F917C11}" destId="{BD526405-274F-48D3-89AE-457738DE5816}" srcOrd="0" destOrd="0" parTransId="{2F7C0105-BB1B-4530-A763-B5F07557863D}" sibTransId="{873E4D47-1BE1-469C-8025-B5C35707F6B3}"/>
    <dgm:cxn modelId="{E340E32E-4D45-4191-9B48-C4C38686D94A}" srcId="{427ADD57-1CD6-46D7-9F92-BD10CBA2B09F}" destId="{12A72E56-42EA-44B0-B678-B9CE0FD0EE55}" srcOrd="0" destOrd="0" parTransId="{F49B7CDE-5991-464B-A2DC-8C2067BA0510}" sibTransId="{7CFAE36B-2E04-4655-8461-4BFEF61ABDF6}"/>
    <dgm:cxn modelId="{CF381D38-2CDD-42A9-AF1C-A46B7536D4B9}" type="presOf" srcId="{D2F1EEC4-135C-4EE3-AB8E-1A2971BAF59B}" destId="{13CED1E8-E593-4288-94A2-74E957BFBB61}" srcOrd="0" destOrd="1" presId="urn:microsoft.com/office/officeart/2005/8/layout/vList5"/>
    <dgm:cxn modelId="{DD7AD03C-20A5-4CAF-BD5F-DB06DBEAD5CE}" type="presOf" srcId="{2A330E27-CF17-4076-AF45-CF33FAFACFA3}" destId="{0FF5A7A8-E817-47A3-A053-56B189AD316A}" srcOrd="0" destOrd="0" presId="urn:microsoft.com/office/officeart/2005/8/layout/vList5"/>
    <dgm:cxn modelId="{2E86C868-F9B7-409E-97AA-A8FCAF208D9B}" srcId="{2857147D-BFAF-4234-B125-FB8B8227A8FC}" destId="{1017650F-CE25-4282-8041-F67A0D1365F5}" srcOrd="0" destOrd="0" parTransId="{25733B27-137E-43DA-8C9C-03E9C7502F1E}" sibTransId="{D6D5C56C-B196-48ED-B959-D925B2561F42}"/>
    <dgm:cxn modelId="{A543DF53-D2B9-4DCA-B03D-4306532CAC56}" srcId="{76AB86E1-439C-4998-8603-865330F5E1A3}" destId="{2857147D-BFAF-4234-B125-FB8B8227A8FC}" srcOrd="3" destOrd="0" parTransId="{4529653F-E48D-48F3-B165-F656862DCA30}" sibTransId="{C7697979-1BD5-495E-BC5B-EAC9047A2366}"/>
    <dgm:cxn modelId="{852D4A57-CDB5-45A6-9BE1-8933E6013167}" srcId="{76AB86E1-439C-4998-8603-865330F5E1A3}" destId="{427ADD57-1CD6-46D7-9F92-BD10CBA2B09F}" srcOrd="1" destOrd="0" parTransId="{6367444E-9C53-4839-B9A0-A79CB587C175}" sibTransId="{A49CA9A4-A414-4590-B6E7-F05FF37590FC}"/>
    <dgm:cxn modelId="{BE4FB18C-CFB2-4C2F-B38C-57CC512CDBEB}" type="presOf" srcId="{12A72E56-42EA-44B0-B678-B9CE0FD0EE55}" destId="{BA97B063-D0F6-4447-BE7D-D61F78B701ED}" srcOrd="0" destOrd="0" presId="urn:microsoft.com/office/officeart/2005/8/layout/vList5"/>
    <dgm:cxn modelId="{031DD68D-6822-4AD0-8DE9-1287C72AEE84}" srcId="{64CD393A-098F-49AC-984B-2D8A5F917C11}" destId="{D2F1EEC4-135C-4EE3-AB8E-1A2971BAF59B}" srcOrd="1" destOrd="0" parTransId="{3F2986E9-B2AC-4693-A5E2-97A7883CD5F4}" sibTransId="{FD7399A1-378A-436A-B458-F3BFB922A894}"/>
    <dgm:cxn modelId="{0EC519AD-A7D7-4D2C-9CDF-32E096DB4A9D}" type="presOf" srcId="{64CD393A-098F-49AC-984B-2D8A5F917C11}" destId="{79DDB437-9DE9-4972-80AA-ED4E764DBD92}" srcOrd="0" destOrd="0" presId="urn:microsoft.com/office/officeart/2005/8/layout/vList5"/>
    <dgm:cxn modelId="{BB0CF1B3-CE81-4CA4-BAFA-1315AE42D9CC}" type="presOf" srcId="{76AB86E1-439C-4998-8603-865330F5E1A3}" destId="{A1F44FF6-62CC-4505-AB1A-7E505132EEFD}" srcOrd="0" destOrd="0" presId="urn:microsoft.com/office/officeart/2005/8/layout/vList5"/>
    <dgm:cxn modelId="{E6A9F3C4-0FF6-410D-A649-22A47B242CBA}" srcId="{76AB86E1-439C-4998-8603-865330F5E1A3}" destId="{64CD393A-098F-49AC-984B-2D8A5F917C11}" srcOrd="2" destOrd="0" parTransId="{FA41099F-3695-4198-A36C-BCD8D9F0F550}" sibTransId="{14D7864F-DC05-430A-AFA3-43B3C1B80119}"/>
    <dgm:cxn modelId="{4F5E40CA-C72C-4CB5-B1AE-231AB90A52B2}" srcId="{2A330E27-CF17-4076-AF45-CF33FAFACFA3}" destId="{5D92EFE7-47C3-416C-991D-75ACC06C822B}" srcOrd="0" destOrd="0" parTransId="{71F5DE47-37B6-4B1B-974A-C1BE06C3F83E}" sibTransId="{9C36B8EF-8725-4CAA-85F3-C5A839AC655D}"/>
    <dgm:cxn modelId="{5F8A88CD-F4ED-49F6-85BC-B846FF716A32}" type="presOf" srcId="{BD526405-274F-48D3-89AE-457738DE5816}" destId="{13CED1E8-E593-4288-94A2-74E957BFBB61}" srcOrd="0" destOrd="0" presId="urn:microsoft.com/office/officeart/2005/8/layout/vList5"/>
    <dgm:cxn modelId="{D8910FD9-41FB-4CFE-9FB4-2FF3239C0ECF}" srcId="{2857147D-BFAF-4234-B125-FB8B8227A8FC}" destId="{D6B7ED7B-BE9E-4A93-9E01-554AEDF3EC6A}" srcOrd="1" destOrd="0" parTransId="{73AEE0C9-2E66-47C4-B1D9-17D33ACBB3C2}" sibTransId="{C0238546-A139-40CD-9FCF-FB731208FB07}"/>
    <dgm:cxn modelId="{03B987EA-EEA0-4950-BE41-771E11A678B0}" type="presOf" srcId="{1017650F-CE25-4282-8041-F67A0D1365F5}" destId="{94E12784-5F14-4FC6-89DC-DFE2CE484691}" srcOrd="0" destOrd="0" presId="urn:microsoft.com/office/officeart/2005/8/layout/vList5"/>
    <dgm:cxn modelId="{568698F6-AC9F-481F-B1A0-75761A18AC98}" type="presOf" srcId="{427ADD57-1CD6-46D7-9F92-BD10CBA2B09F}" destId="{78745951-5208-40C2-9D7F-D954EFE9DD4B}" srcOrd="0" destOrd="0" presId="urn:microsoft.com/office/officeart/2005/8/layout/vList5"/>
    <dgm:cxn modelId="{D882A38F-6728-43B1-9959-DC9D9D4EA4B2}" type="presParOf" srcId="{A1F44FF6-62CC-4505-AB1A-7E505132EEFD}" destId="{4F58FCB2-311B-452D-AE97-E4FAC5ED0543}" srcOrd="0" destOrd="0" presId="urn:microsoft.com/office/officeart/2005/8/layout/vList5"/>
    <dgm:cxn modelId="{114C072B-758E-4FE2-854B-6152BE90D0D4}" type="presParOf" srcId="{4F58FCB2-311B-452D-AE97-E4FAC5ED0543}" destId="{0FF5A7A8-E817-47A3-A053-56B189AD316A}" srcOrd="0" destOrd="0" presId="urn:microsoft.com/office/officeart/2005/8/layout/vList5"/>
    <dgm:cxn modelId="{632CBE98-08FF-45F3-BDD1-54397A6C562A}" type="presParOf" srcId="{4F58FCB2-311B-452D-AE97-E4FAC5ED0543}" destId="{04F8AF1E-FA68-469F-A1A5-C6DE32F51ABF}" srcOrd="1" destOrd="0" presId="urn:microsoft.com/office/officeart/2005/8/layout/vList5"/>
    <dgm:cxn modelId="{495B7E2E-5E17-4FA1-ADB1-B5AA3F4B6CBE}" type="presParOf" srcId="{A1F44FF6-62CC-4505-AB1A-7E505132EEFD}" destId="{1EFB8309-A33D-4AD7-B673-2E5E2A5F7206}" srcOrd="1" destOrd="0" presId="urn:microsoft.com/office/officeart/2005/8/layout/vList5"/>
    <dgm:cxn modelId="{0DD2FBEF-6A47-49C5-B5AC-04C78AA1F705}" type="presParOf" srcId="{A1F44FF6-62CC-4505-AB1A-7E505132EEFD}" destId="{ECC58B4E-2B7B-4D8F-8999-BF1548A892FF}" srcOrd="2" destOrd="0" presId="urn:microsoft.com/office/officeart/2005/8/layout/vList5"/>
    <dgm:cxn modelId="{EBFCE482-813A-41C7-AB57-1A6179F34C08}" type="presParOf" srcId="{ECC58B4E-2B7B-4D8F-8999-BF1548A892FF}" destId="{78745951-5208-40C2-9D7F-D954EFE9DD4B}" srcOrd="0" destOrd="0" presId="urn:microsoft.com/office/officeart/2005/8/layout/vList5"/>
    <dgm:cxn modelId="{9AE8C603-240D-4CD3-9CDF-F7835023D2B2}" type="presParOf" srcId="{ECC58B4E-2B7B-4D8F-8999-BF1548A892FF}" destId="{BA97B063-D0F6-4447-BE7D-D61F78B701ED}" srcOrd="1" destOrd="0" presId="urn:microsoft.com/office/officeart/2005/8/layout/vList5"/>
    <dgm:cxn modelId="{A58B73D8-EC8A-41F0-AA87-FC368BBE543A}" type="presParOf" srcId="{A1F44FF6-62CC-4505-AB1A-7E505132EEFD}" destId="{0F1446A0-DE3E-4674-85D4-C779D5B898D0}" srcOrd="3" destOrd="0" presId="urn:microsoft.com/office/officeart/2005/8/layout/vList5"/>
    <dgm:cxn modelId="{7D70FBC9-1D8B-482E-BBF3-445A5B34E217}" type="presParOf" srcId="{A1F44FF6-62CC-4505-AB1A-7E505132EEFD}" destId="{DF3DCE36-4C14-46A1-BFA6-839D90348C3A}" srcOrd="4" destOrd="0" presId="urn:microsoft.com/office/officeart/2005/8/layout/vList5"/>
    <dgm:cxn modelId="{0371FE8E-7E17-4758-A8C9-74D6E9F67385}" type="presParOf" srcId="{DF3DCE36-4C14-46A1-BFA6-839D90348C3A}" destId="{79DDB437-9DE9-4972-80AA-ED4E764DBD92}" srcOrd="0" destOrd="0" presId="urn:microsoft.com/office/officeart/2005/8/layout/vList5"/>
    <dgm:cxn modelId="{2AF9A79C-D897-4890-A572-89989FC37476}" type="presParOf" srcId="{DF3DCE36-4C14-46A1-BFA6-839D90348C3A}" destId="{13CED1E8-E593-4288-94A2-74E957BFBB61}" srcOrd="1" destOrd="0" presId="urn:microsoft.com/office/officeart/2005/8/layout/vList5"/>
    <dgm:cxn modelId="{1919B589-CE92-4D9F-B360-C65407F33B82}" type="presParOf" srcId="{A1F44FF6-62CC-4505-AB1A-7E505132EEFD}" destId="{E8D58DB1-9D5E-4A83-BDE9-C6E4F4ED2B4E}" srcOrd="5" destOrd="0" presId="urn:microsoft.com/office/officeart/2005/8/layout/vList5"/>
    <dgm:cxn modelId="{79DD18F9-320A-4A51-A34E-7F6809888848}" type="presParOf" srcId="{A1F44FF6-62CC-4505-AB1A-7E505132EEFD}" destId="{478AE7F5-9368-4051-B0B1-777DF27C079F}" srcOrd="6" destOrd="0" presId="urn:microsoft.com/office/officeart/2005/8/layout/vList5"/>
    <dgm:cxn modelId="{C5A3CB92-5430-4B99-9164-079045F06B95}" type="presParOf" srcId="{478AE7F5-9368-4051-B0B1-777DF27C079F}" destId="{84D06516-6AA7-4BFB-9152-F56F3D21C49F}" srcOrd="0" destOrd="0" presId="urn:microsoft.com/office/officeart/2005/8/layout/vList5"/>
    <dgm:cxn modelId="{500B39B1-C901-4316-90FB-E3883C4CBDD2}" type="presParOf" srcId="{478AE7F5-9368-4051-B0B1-777DF27C079F}" destId="{94E12784-5F14-4FC6-89DC-DFE2CE484691}"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3E02913-10BB-4576-A1DC-44D84ABC3A38}" type="doc">
      <dgm:prSet loTypeId="urn:microsoft.com/office/officeart/2005/8/layout/vList2" loCatId="list" qsTypeId="urn:microsoft.com/office/officeart/2005/8/quickstyle/simple5" qsCatId="simple" csTypeId="urn:microsoft.com/office/officeart/2005/8/colors/accent1_2" csCatId="accent1" phldr="1"/>
      <dgm:spPr/>
      <dgm:t>
        <a:bodyPr/>
        <a:lstStyle/>
        <a:p>
          <a:endParaRPr lang="en-US"/>
        </a:p>
      </dgm:t>
    </dgm:pt>
    <dgm:pt modelId="{6411EB12-9904-42F6-BF44-E9A447F37CB0}">
      <dgm:prSet/>
      <dgm:spPr/>
      <dgm:t>
        <a:bodyPr/>
        <a:lstStyle/>
        <a:p>
          <a:r>
            <a:rPr lang="en-GB" b="1" dirty="0"/>
            <a:t>Primary Role: </a:t>
          </a:r>
        </a:p>
        <a:p>
          <a:r>
            <a:rPr lang="en-GB" dirty="0"/>
            <a:t>Manages secure Over-The-Air firmware updates and high-level diagnostics. </a:t>
          </a:r>
          <a:endParaRPr lang="en-US" dirty="0"/>
        </a:p>
      </dgm:t>
    </dgm:pt>
    <dgm:pt modelId="{6E1E270F-77D7-40BA-84FC-29A73739C768}" type="parTrans" cxnId="{8299DEBA-9B37-4109-A311-6535785354F2}">
      <dgm:prSet/>
      <dgm:spPr/>
      <dgm:t>
        <a:bodyPr/>
        <a:lstStyle/>
        <a:p>
          <a:endParaRPr lang="en-US"/>
        </a:p>
      </dgm:t>
    </dgm:pt>
    <dgm:pt modelId="{CAD7A1EC-A1F5-4437-9B51-8F714DC7CBEE}" type="sibTrans" cxnId="{8299DEBA-9B37-4109-A311-6535785354F2}">
      <dgm:prSet/>
      <dgm:spPr/>
      <dgm:t>
        <a:bodyPr/>
        <a:lstStyle/>
        <a:p>
          <a:endParaRPr lang="en-US"/>
        </a:p>
      </dgm:t>
    </dgm:pt>
    <dgm:pt modelId="{0337ECB3-10F4-4B31-B426-024D5E459D3C}">
      <dgm:prSet/>
      <dgm:spPr/>
      <dgm:t>
        <a:bodyPr/>
        <a:lstStyle/>
        <a:p>
          <a:endParaRPr lang="en-US" dirty="0"/>
        </a:p>
      </dgm:t>
    </dgm:pt>
    <dgm:pt modelId="{CC810CCB-F0BC-4AF5-BC61-7B49891684C9}" type="parTrans" cxnId="{A74BFDDC-A714-48E8-BF9B-14422B22A80A}">
      <dgm:prSet/>
      <dgm:spPr/>
      <dgm:t>
        <a:bodyPr/>
        <a:lstStyle/>
        <a:p>
          <a:endParaRPr lang="en-US"/>
        </a:p>
      </dgm:t>
    </dgm:pt>
    <dgm:pt modelId="{2CCDA330-139E-4301-8ED8-EB5B776B6DEC}" type="sibTrans" cxnId="{A74BFDDC-A714-48E8-BF9B-14422B22A80A}">
      <dgm:prSet/>
      <dgm:spPr/>
      <dgm:t>
        <a:bodyPr/>
        <a:lstStyle/>
        <a:p>
          <a:endParaRPr lang="en-US"/>
        </a:p>
      </dgm:t>
    </dgm:pt>
    <dgm:pt modelId="{C792B582-43A4-460B-A7F0-441098469771}">
      <dgm:prSet/>
      <dgm:spPr/>
      <dgm:t>
        <a:bodyPr/>
        <a:lstStyle/>
        <a:p>
          <a:r>
            <a:rPr lang="en-GB" b="1" dirty="0"/>
            <a:t>Software Stack:</a:t>
          </a:r>
        </a:p>
        <a:p>
          <a:r>
            <a:rPr lang="en-GB" b="1" dirty="0"/>
            <a:t>STM32F103 microcontroller running </a:t>
          </a:r>
          <a:r>
            <a:rPr lang="en-GB" b="1" dirty="0" err="1"/>
            <a:t>FreeRTOS</a:t>
          </a:r>
          <a:endParaRPr lang="en-US" dirty="0"/>
        </a:p>
      </dgm:t>
    </dgm:pt>
    <dgm:pt modelId="{4C6659AF-420D-49C8-9174-77BD8BE5C2E0}" type="parTrans" cxnId="{D237D8CA-DC1B-4807-97AF-B4EEF1C41165}">
      <dgm:prSet/>
      <dgm:spPr/>
      <dgm:t>
        <a:bodyPr/>
        <a:lstStyle/>
        <a:p>
          <a:endParaRPr lang="en-US"/>
        </a:p>
      </dgm:t>
    </dgm:pt>
    <dgm:pt modelId="{28D18D28-75B1-402E-9503-DFC40660CB8F}" type="sibTrans" cxnId="{D237D8CA-DC1B-4807-97AF-B4EEF1C41165}">
      <dgm:prSet/>
      <dgm:spPr/>
      <dgm:t>
        <a:bodyPr/>
        <a:lstStyle/>
        <a:p>
          <a:endParaRPr lang="en-US"/>
        </a:p>
      </dgm:t>
    </dgm:pt>
    <dgm:pt modelId="{BF66F36E-B4B1-4D4F-BC9B-AEFA28214B25}" type="pres">
      <dgm:prSet presAssocID="{E3E02913-10BB-4576-A1DC-44D84ABC3A38}" presName="linear" presStyleCnt="0">
        <dgm:presLayoutVars>
          <dgm:animLvl val="lvl"/>
          <dgm:resizeHandles val="exact"/>
        </dgm:presLayoutVars>
      </dgm:prSet>
      <dgm:spPr/>
    </dgm:pt>
    <dgm:pt modelId="{1ED9EC95-531D-4007-B924-66BA31962B74}" type="pres">
      <dgm:prSet presAssocID="{6411EB12-9904-42F6-BF44-E9A447F37CB0}" presName="parentText" presStyleLbl="node1" presStyleIdx="0" presStyleCnt="2" custScaleY="46799">
        <dgm:presLayoutVars>
          <dgm:chMax val="0"/>
          <dgm:bulletEnabled val="1"/>
        </dgm:presLayoutVars>
      </dgm:prSet>
      <dgm:spPr/>
    </dgm:pt>
    <dgm:pt modelId="{594BC2A1-AD91-468B-96BA-7558EA0F68C3}" type="pres">
      <dgm:prSet presAssocID="{6411EB12-9904-42F6-BF44-E9A447F37CB0}" presName="childText" presStyleLbl="revTx" presStyleIdx="0" presStyleCnt="1">
        <dgm:presLayoutVars>
          <dgm:bulletEnabled val="1"/>
        </dgm:presLayoutVars>
      </dgm:prSet>
      <dgm:spPr/>
    </dgm:pt>
    <dgm:pt modelId="{79CC21CE-1123-405A-9DA4-E1FE3FC71572}" type="pres">
      <dgm:prSet presAssocID="{C792B582-43A4-460B-A7F0-441098469771}" presName="parentText" presStyleLbl="node1" presStyleIdx="1" presStyleCnt="2" custScaleY="33939" custLinFactNeighborX="1245" custLinFactNeighborY="-83693">
        <dgm:presLayoutVars>
          <dgm:chMax val="0"/>
          <dgm:bulletEnabled val="1"/>
        </dgm:presLayoutVars>
      </dgm:prSet>
      <dgm:spPr/>
    </dgm:pt>
  </dgm:ptLst>
  <dgm:cxnLst>
    <dgm:cxn modelId="{180E3408-26CE-4CE0-BF0B-7445DC27263D}" type="presOf" srcId="{C792B582-43A4-460B-A7F0-441098469771}" destId="{79CC21CE-1123-405A-9DA4-E1FE3FC71572}" srcOrd="0" destOrd="0" presId="urn:microsoft.com/office/officeart/2005/8/layout/vList2"/>
    <dgm:cxn modelId="{7998C30C-546D-42E3-8EAA-3BFB415F1BF6}" type="presOf" srcId="{6411EB12-9904-42F6-BF44-E9A447F37CB0}" destId="{1ED9EC95-531D-4007-B924-66BA31962B74}" srcOrd="0" destOrd="0" presId="urn:microsoft.com/office/officeart/2005/8/layout/vList2"/>
    <dgm:cxn modelId="{C3636712-5290-4B65-8D05-C487D3743C44}" type="presOf" srcId="{0337ECB3-10F4-4B31-B426-024D5E459D3C}" destId="{594BC2A1-AD91-468B-96BA-7558EA0F68C3}" srcOrd="0" destOrd="0" presId="urn:microsoft.com/office/officeart/2005/8/layout/vList2"/>
    <dgm:cxn modelId="{E92AD83E-8278-4189-8C22-FDD380325325}" type="presOf" srcId="{E3E02913-10BB-4576-A1DC-44D84ABC3A38}" destId="{BF66F36E-B4B1-4D4F-BC9B-AEFA28214B25}" srcOrd="0" destOrd="0" presId="urn:microsoft.com/office/officeart/2005/8/layout/vList2"/>
    <dgm:cxn modelId="{8299DEBA-9B37-4109-A311-6535785354F2}" srcId="{E3E02913-10BB-4576-A1DC-44D84ABC3A38}" destId="{6411EB12-9904-42F6-BF44-E9A447F37CB0}" srcOrd="0" destOrd="0" parTransId="{6E1E270F-77D7-40BA-84FC-29A73739C768}" sibTransId="{CAD7A1EC-A1F5-4437-9B51-8F714DC7CBEE}"/>
    <dgm:cxn modelId="{D237D8CA-DC1B-4807-97AF-B4EEF1C41165}" srcId="{E3E02913-10BB-4576-A1DC-44D84ABC3A38}" destId="{C792B582-43A4-460B-A7F0-441098469771}" srcOrd="1" destOrd="0" parTransId="{4C6659AF-420D-49C8-9174-77BD8BE5C2E0}" sibTransId="{28D18D28-75B1-402E-9503-DFC40660CB8F}"/>
    <dgm:cxn modelId="{A74BFDDC-A714-48E8-BF9B-14422B22A80A}" srcId="{6411EB12-9904-42F6-BF44-E9A447F37CB0}" destId="{0337ECB3-10F4-4B31-B426-024D5E459D3C}" srcOrd="0" destOrd="0" parTransId="{CC810CCB-F0BC-4AF5-BC61-7B49891684C9}" sibTransId="{2CCDA330-139E-4301-8ED8-EB5B776B6DEC}"/>
    <dgm:cxn modelId="{EE3F8880-B1B4-4666-91AF-C09A797FA776}" type="presParOf" srcId="{BF66F36E-B4B1-4D4F-BC9B-AEFA28214B25}" destId="{1ED9EC95-531D-4007-B924-66BA31962B74}" srcOrd="0" destOrd="0" presId="urn:microsoft.com/office/officeart/2005/8/layout/vList2"/>
    <dgm:cxn modelId="{9D759E6B-2358-4C4E-8363-E0AC9AD95830}" type="presParOf" srcId="{BF66F36E-B4B1-4D4F-BC9B-AEFA28214B25}" destId="{594BC2A1-AD91-468B-96BA-7558EA0F68C3}" srcOrd="1" destOrd="0" presId="urn:microsoft.com/office/officeart/2005/8/layout/vList2"/>
    <dgm:cxn modelId="{FD1D2D4C-DFE5-4556-9FE9-77E54A66805B}" type="presParOf" srcId="{BF66F36E-B4B1-4D4F-BC9B-AEFA28214B25}" destId="{79CC21CE-1123-405A-9DA4-E1FE3FC71572}"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C61DCEF-ED08-40D3-BBA4-76F142B0E991}"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DC732C07-C571-4F02-BA6C-7523E2B04DAE}">
      <dgm:prSet/>
      <dgm:spPr/>
      <dgm:t>
        <a:bodyPr/>
        <a:lstStyle/>
        <a:p>
          <a:pPr>
            <a:lnSpc>
              <a:spcPct val="100000"/>
            </a:lnSpc>
          </a:pPr>
          <a:r>
            <a:rPr lang="en-US"/>
            <a:t>Receive</a:t>
          </a:r>
        </a:p>
      </dgm:t>
    </dgm:pt>
    <dgm:pt modelId="{0E8A60D4-9FAB-4C4D-81C7-67E2D4678A70}" type="parTrans" cxnId="{02683B7D-7E6C-4C62-9D67-E48BD6F5BDBC}">
      <dgm:prSet/>
      <dgm:spPr/>
      <dgm:t>
        <a:bodyPr/>
        <a:lstStyle/>
        <a:p>
          <a:endParaRPr lang="en-US"/>
        </a:p>
      </dgm:t>
    </dgm:pt>
    <dgm:pt modelId="{84DA1C9D-8ED7-4B12-87D6-AF28E690259C}" type="sibTrans" cxnId="{02683B7D-7E6C-4C62-9D67-E48BD6F5BDBC}">
      <dgm:prSet/>
      <dgm:spPr/>
      <dgm:t>
        <a:bodyPr/>
        <a:lstStyle/>
        <a:p>
          <a:endParaRPr lang="en-US"/>
        </a:p>
      </dgm:t>
    </dgm:pt>
    <dgm:pt modelId="{41EB8E9E-9A12-4749-AEB6-64C7B09117A6}">
      <dgm:prSet custT="1"/>
      <dgm:spPr/>
      <dgm:t>
        <a:bodyPr/>
        <a:lstStyle/>
        <a:p>
          <a:pPr>
            <a:lnSpc>
              <a:spcPct val="100000"/>
            </a:lnSpc>
          </a:pPr>
          <a:r>
            <a:rPr lang="en-US" sz="2200" dirty="0" err="1"/>
            <a:t>CANReceiveTask</a:t>
          </a:r>
          <a:r>
            <a:rPr lang="en-US" sz="2200" dirty="0"/>
            <a:t>(): Receive CAN frames </a:t>
          </a:r>
          <a:r>
            <a:rPr lang="en-GB" sz="2200" dirty="0"/>
            <a:t>OTA triggers</a:t>
          </a:r>
          <a:r>
            <a:rPr lang="en-US" sz="2200" dirty="0"/>
            <a:t>, control signals and </a:t>
          </a:r>
          <a:r>
            <a:rPr lang="en-GB" sz="2200" dirty="0"/>
            <a:t>diagnostics requests</a:t>
          </a:r>
          <a:endParaRPr lang="en-US" sz="2200" dirty="0"/>
        </a:p>
      </dgm:t>
    </dgm:pt>
    <dgm:pt modelId="{1232C367-81C7-4AC2-A461-03B2DB2A0EF9}" type="parTrans" cxnId="{E75E57C9-D500-4C11-8A51-238C09866CBC}">
      <dgm:prSet/>
      <dgm:spPr/>
      <dgm:t>
        <a:bodyPr/>
        <a:lstStyle/>
        <a:p>
          <a:endParaRPr lang="en-US"/>
        </a:p>
      </dgm:t>
    </dgm:pt>
    <dgm:pt modelId="{64461B36-23CF-4D65-BB77-50690B2E9B27}" type="sibTrans" cxnId="{E75E57C9-D500-4C11-8A51-238C09866CBC}">
      <dgm:prSet/>
      <dgm:spPr/>
      <dgm:t>
        <a:bodyPr/>
        <a:lstStyle/>
        <a:p>
          <a:endParaRPr lang="en-US"/>
        </a:p>
      </dgm:t>
    </dgm:pt>
    <dgm:pt modelId="{913E4282-6B4D-41D8-A701-2C1CDC490667}">
      <dgm:prSet/>
      <dgm:spPr/>
      <dgm:t>
        <a:bodyPr/>
        <a:lstStyle/>
        <a:p>
          <a:pPr>
            <a:lnSpc>
              <a:spcPct val="100000"/>
            </a:lnSpc>
          </a:pPr>
          <a:r>
            <a:rPr lang="en-US"/>
            <a:t>Transmit</a:t>
          </a:r>
        </a:p>
      </dgm:t>
    </dgm:pt>
    <dgm:pt modelId="{917FC843-73E9-4939-98A4-ACF36A062865}" type="parTrans" cxnId="{0AFCB1EC-04F9-44AF-9859-B57D620CE8E1}">
      <dgm:prSet/>
      <dgm:spPr/>
      <dgm:t>
        <a:bodyPr/>
        <a:lstStyle/>
        <a:p>
          <a:endParaRPr lang="en-US"/>
        </a:p>
      </dgm:t>
    </dgm:pt>
    <dgm:pt modelId="{3C1BEC3F-DA6A-4965-8732-E8F623695340}" type="sibTrans" cxnId="{0AFCB1EC-04F9-44AF-9859-B57D620CE8E1}">
      <dgm:prSet/>
      <dgm:spPr/>
      <dgm:t>
        <a:bodyPr/>
        <a:lstStyle/>
        <a:p>
          <a:endParaRPr lang="en-US"/>
        </a:p>
      </dgm:t>
    </dgm:pt>
    <dgm:pt modelId="{727003B1-732B-4D24-A932-943F8B936FB6}">
      <dgm:prSet custT="1"/>
      <dgm:spPr/>
      <dgm:t>
        <a:bodyPr/>
        <a:lstStyle/>
        <a:p>
          <a:pPr>
            <a:lnSpc>
              <a:spcPct val="100000"/>
            </a:lnSpc>
          </a:pPr>
          <a:r>
            <a:rPr lang="en-US" sz="2200" dirty="0" err="1"/>
            <a:t>CANTransmitTask</a:t>
          </a:r>
          <a:r>
            <a:rPr lang="en-US" sz="2200" dirty="0"/>
            <a:t>(): Transmit ACKs, status updates, and diagnostic responses</a:t>
          </a:r>
        </a:p>
      </dgm:t>
    </dgm:pt>
    <dgm:pt modelId="{4981B120-E066-4E52-B92C-C6CA83EEF538}" type="parTrans" cxnId="{D41DFE1E-BE13-469D-BA55-4287E72BE0EE}">
      <dgm:prSet/>
      <dgm:spPr/>
      <dgm:t>
        <a:bodyPr/>
        <a:lstStyle/>
        <a:p>
          <a:endParaRPr lang="en-US"/>
        </a:p>
      </dgm:t>
    </dgm:pt>
    <dgm:pt modelId="{DE6130D2-166F-4BC8-9026-AD538F0153F3}" type="sibTrans" cxnId="{D41DFE1E-BE13-469D-BA55-4287E72BE0EE}">
      <dgm:prSet/>
      <dgm:spPr/>
      <dgm:t>
        <a:bodyPr/>
        <a:lstStyle/>
        <a:p>
          <a:endParaRPr lang="en-US"/>
        </a:p>
      </dgm:t>
    </dgm:pt>
    <dgm:pt modelId="{080ACE09-371F-45E4-9C19-19A0E3A70519}">
      <dgm:prSet/>
      <dgm:spPr/>
      <dgm:t>
        <a:bodyPr/>
        <a:lstStyle/>
        <a:p>
          <a:pPr>
            <a:lnSpc>
              <a:spcPct val="100000"/>
            </a:lnSpc>
          </a:pPr>
          <a:r>
            <a:rPr lang="en-US"/>
            <a:t>Monitor</a:t>
          </a:r>
        </a:p>
      </dgm:t>
    </dgm:pt>
    <dgm:pt modelId="{12A131B4-1AED-4A3A-9BA6-B2F98CA36AD3}" type="parTrans" cxnId="{3A014307-663B-4911-9035-3DA532A89691}">
      <dgm:prSet/>
      <dgm:spPr/>
      <dgm:t>
        <a:bodyPr/>
        <a:lstStyle/>
        <a:p>
          <a:endParaRPr lang="en-US"/>
        </a:p>
      </dgm:t>
    </dgm:pt>
    <dgm:pt modelId="{CB7F9364-1223-409F-A8B9-B73BF078218C}" type="sibTrans" cxnId="{3A014307-663B-4911-9035-3DA532A89691}">
      <dgm:prSet/>
      <dgm:spPr/>
      <dgm:t>
        <a:bodyPr/>
        <a:lstStyle/>
        <a:p>
          <a:endParaRPr lang="en-US"/>
        </a:p>
      </dgm:t>
    </dgm:pt>
    <dgm:pt modelId="{A9E7F841-BAD8-4558-8752-DF8558A08204}">
      <dgm:prSet custT="1"/>
      <dgm:spPr/>
      <dgm:t>
        <a:bodyPr/>
        <a:lstStyle/>
        <a:p>
          <a:pPr>
            <a:lnSpc>
              <a:spcPct val="100000"/>
            </a:lnSpc>
          </a:pPr>
          <a:r>
            <a:rPr lang="en-US" sz="2200" dirty="0" err="1"/>
            <a:t>ControlTask</a:t>
          </a:r>
          <a:r>
            <a:rPr lang="en-US" sz="2200" dirty="0"/>
            <a:t>(): Monitor system state and enforce fallback/safety logic</a:t>
          </a:r>
        </a:p>
      </dgm:t>
    </dgm:pt>
    <dgm:pt modelId="{65FA968B-9D16-4C5D-9BF6-CED54AC7BA11}" type="parTrans" cxnId="{9C758809-CDC1-4122-BD2C-A84143F15628}">
      <dgm:prSet/>
      <dgm:spPr/>
      <dgm:t>
        <a:bodyPr/>
        <a:lstStyle/>
        <a:p>
          <a:endParaRPr lang="en-US"/>
        </a:p>
      </dgm:t>
    </dgm:pt>
    <dgm:pt modelId="{B9F086BF-290E-41D0-813A-B961326D24E7}" type="sibTrans" cxnId="{9C758809-CDC1-4122-BD2C-A84143F15628}">
      <dgm:prSet/>
      <dgm:spPr/>
      <dgm:t>
        <a:bodyPr/>
        <a:lstStyle/>
        <a:p>
          <a:endParaRPr lang="en-US"/>
        </a:p>
      </dgm:t>
    </dgm:pt>
    <dgm:pt modelId="{EBDF0F05-3495-461A-9056-21804586CCF3}">
      <dgm:prSet/>
      <dgm:spPr/>
      <dgm:t>
        <a:bodyPr/>
        <a:lstStyle/>
        <a:p>
          <a:pPr>
            <a:lnSpc>
              <a:spcPct val="100000"/>
            </a:lnSpc>
          </a:pPr>
          <a:r>
            <a:rPr lang="en-US"/>
            <a:t>Offer</a:t>
          </a:r>
        </a:p>
      </dgm:t>
    </dgm:pt>
    <dgm:pt modelId="{E5298DB6-32EE-4ABC-A701-80B8209282A2}" type="parTrans" cxnId="{AA20863C-3D9D-4385-94C6-0E5AC804036E}">
      <dgm:prSet/>
      <dgm:spPr/>
      <dgm:t>
        <a:bodyPr/>
        <a:lstStyle/>
        <a:p>
          <a:endParaRPr lang="en-US"/>
        </a:p>
      </dgm:t>
    </dgm:pt>
    <dgm:pt modelId="{A4CAF95E-F513-44FA-BC2C-4864283277A5}" type="sibTrans" cxnId="{AA20863C-3D9D-4385-94C6-0E5AC804036E}">
      <dgm:prSet/>
      <dgm:spPr/>
      <dgm:t>
        <a:bodyPr/>
        <a:lstStyle/>
        <a:p>
          <a:endParaRPr lang="en-US"/>
        </a:p>
      </dgm:t>
    </dgm:pt>
    <dgm:pt modelId="{F47D1445-39B9-4616-A9B4-AE336A89EDF7}">
      <dgm:prSet custT="1"/>
      <dgm:spPr/>
      <dgm:t>
        <a:bodyPr/>
        <a:lstStyle/>
        <a:p>
          <a:pPr>
            <a:lnSpc>
              <a:spcPct val="100000"/>
            </a:lnSpc>
          </a:pPr>
          <a:r>
            <a:rPr lang="en-US" sz="2200" dirty="0" err="1"/>
            <a:t>DiagnosticsTask</a:t>
          </a:r>
          <a:r>
            <a:rPr lang="en-US" sz="2200" dirty="0"/>
            <a:t>(): Offer UDS services (session control, security access, read/clear DTC</a:t>
          </a:r>
          <a:r>
            <a:rPr lang="en-US" sz="2400" dirty="0"/>
            <a:t>)</a:t>
          </a:r>
        </a:p>
      </dgm:t>
    </dgm:pt>
    <dgm:pt modelId="{ACE13BC9-C075-46C3-8FA1-D2E5B34F251F}" type="parTrans" cxnId="{0523ABA7-A649-4CB7-BA58-1BEE56F97A42}">
      <dgm:prSet/>
      <dgm:spPr/>
      <dgm:t>
        <a:bodyPr/>
        <a:lstStyle/>
        <a:p>
          <a:endParaRPr lang="en-US"/>
        </a:p>
      </dgm:t>
    </dgm:pt>
    <dgm:pt modelId="{8674A7E1-B60F-43A7-A4C1-07AD5DC91AF5}" type="sibTrans" cxnId="{0523ABA7-A649-4CB7-BA58-1BEE56F97A42}">
      <dgm:prSet/>
      <dgm:spPr/>
      <dgm:t>
        <a:bodyPr/>
        <a:lstStyle/>
        <a:p>
          <a:endParaRPr lang="en-US"/>
        </a:p>
      </dgm:t>
    </dgm:pt>
    <dgm:pt modelId="{B88F1228-6476-4EAF-A003-788854635588}">
      <dgm:prSet/>
      <dgm:spPr/>
      <dgm:t>
        <a:bodyPr/>
        <a:lstStyle/>
        <a:p>
          <a:pPr>
            <a:lnSpc>
              <a:spcPct val="100000"/>
            </a:lnSpc>
          </a:pPr>
          <a:r>
            <a:rPr lang="en-US" dirty="0"/>
            <a:t>OTA</a:t>
          </a:r>
        </a:p>
      </dgm:t>
    </dgm:pt>
    <dgm:pt modelId="{8497E150-2B5E-4121-A67A-0CA84F3E19C0}" type="parTrans" cxnId="{55EB851C-16DB-47ED-A0CD-5AEDB16ADEBC}">
      <dgm:prSet/>
      <dgm:spPr/>
      <dgm:t>
        <a:bodyPr/>
        <a:lstStyle/>
        <a:p>
          <a:endParaRPr lang="en-US"/>
        </a:p>
      </dgm:t>
    </dgm:pt>
    <dgm:pt modelId="{7057F395-790E-4A18-B3D4-045287CD0B1A}" type="sibTrans" cxnId="{55EB851C-16DB-47ED-A0CD-5AEDB16ADEBC}">
      <dgm:prSet/>
      <dgm:spPr/>
      <dgm:t>
        <a:bodyPr/>
        <a:lstStyle/>
        <a:p>
          <a:endParaRPr lang="en-US"/>
        </a:p>
      </dgm:t>
    </dgm:pt>
    <dgm:pt modelId="{9DED9826-32C4-4654-9A82-673F75C33871}">
      <dgm:prSet custT="1"/>
      <dgm:spPr/>
      <dgm:t>
        <a:bodyPr/>
        <a:lstStyle/>
        <a:p>
          <a:pPr>
            <a:lnSpc>
              <a:spcPct val="100000"/>
            </a:lnSpc>
          </a:pPr>
          <a:r>
            <a:rPr lang="en-US" sz="2200" dirty="0" err="1"/>
            <a:t>OTAManagerTask</a:t>
          </a:r>
          <a:r>
            <a:rPr lang="en-US" sz="2200" dirty="0"/>
            <a:t>(): </a:t>
          </a:r>
          <a:r>
            <a:rPr lang="en-GB" sz="2200" dirty="0"/>
            <a:t>Sets the metadata flag to request bootloader entry and Triggers a system reset so the bootloader takes over</a:t>
          </a:r>
          <a:r>
            <a:rPr lang="en-GB" sz="1700" dirty="0"/>
            <a:t>
</a:t>
          </a:r>
          <a:endParaRPr lang="en-US" sz="1700" dirty="0"/>
        </a:p>
      </dgm:t>
    </dgm:pt>
    <dgm:pt modelId="{E2DD70BC-E71F-42DE-8C50-8A394993FE4A}" type="parTrans" cxnId="{A9967E4A-9565-494F-8F28-733F8CECDEE6}">
      <dgm:prSet/>
      <dgm:spPr/>
      <dgm:t>
        <a:bodyPr/>
        <a:lstStyle/>
        <a:p>
          <a:endParaRPr lang="en-US"/>
        </a:p>
      </dgm:t>
    </dgm:pt>
    <dgm:pt modelId="{C18F06F9-E5FC-4AAE-A321-593961701414}" type="sibTrans" cxnId="{A9967E4A-9565-494F-8F28-733F8CECDEE6}">
      <dgm:prSet/>
      <dgm:spPr/>
      <dgm:t>
        <a:bodyPr/>
        <a:lstStyle/>
        <a:p>
          <a:endParaRPr lang="en-US"/>
        </a:p>
      </dgm:t>
    </dgm:pt>
    <dgm:pt modelId="{D72F4326-4AC2-4F8A-948F-ADA6EAC07BB5}" type="pres">
      <dgm:prSet presAssocID="{5C61DCEF-ED08-40D3-BBA4-76F142B0E991}" presName="vert0" presStyleCnt="0">
        <dgm:presLayoutVars>
          <dgm:dir/>
          <dgm:animOne val="branch"/>
          <dgm:animLvl val="lvl"/>
        </dgm:presLayoutVars>
      </dgm:prSet>
      <dgm:spPr/>
    </dgm:pt>
    <dgm:pt modelId="{252A19CF-FC6E-4C87-BF99-A73817540DCE}" type="pres">
      <dgm:prSet presAssocID="{DC732C07-C571-4F02-BA6C-7523E2B04DAE}" presName="thickLine" presStyleLbl="alignNode1" presStyleIdx="0" presStyleCnt="5"/>
      <dgm:spPr/>
    </dgm:pt>
    <dgm:pt modelId="{298328B3-6621-411B-B74D-6D01BEA34F1F}" type="pres">
      <dgm:prSet presAssocID="{DC732C07-C571-4F02-BA6C-7523E2B04DAE}" presName="horz1" presStyleCnt="0"/>
      <dgm:spPr/>
    </dgm:pt>
    <dgm:pt modelId="{5349BEB2-35D9-4296-8246-5742390E3EDD}" type="pres">
      <dgm:prSet presAssocID="{DC732C07-C571-4F02-BA6C-7523E2B04DAE}" presName="tx1" presStyleLbl="revTx" presStyleIdx="0" presStyleCnt="10"/>
      <dgm:spPr/>
    </dgm:pt>
    <dgm:pt modelId="{68EC931C-3827-44EE-A7EE-A3CD4DF02BFC}" type="pres">
      <dgm:prSet presAssocID="{DC732C07-C571-4F02-BA6C-7523E2B04DAE}" presName="vert1" presStyleCnt="0"/>
      <dgm:spPr/>
    </dgm:pt>
    <dgm:pt modelId="{4F4896F9-A8BF-41AE-BB36-3C20D1191C75}" type="pres">
      <dgm:prSet presAssocID="{41EB8E9E-9A12-4749-AEB6-64C7B09117A6}" presName="vertSpace2a" presStyleCnt="0"/>
      <dgm:spPr/>
    </dgm:pt>
    <dgm:pt modelId="{015D3A6D-E735-4010-82E2-4CA6E8434695}" type="pres">
      <dgm:prSet presAssocID="{41EB8E9E-9A12-4749-AEB6-64C7B09117A6}" presName="horz2" presStyleCnt="0"/>
      <dgm:spPr/>
    </dgm:pt>
    <dgm:pt modelId="{48184F8D-7111-454E-B1E5-FC6C426A20CA}" type="pres">
      <dgm:prSet presAssocID="{41EB8E9E-9A12-4749-AEB6-64C7B09117A6}" presName="horzSpace2" presStyleCnt="0"/>
      <dgm:spPr/>
    </dgm:pt>
    <dgm:pt modelId="{7B844B5F-3978-4183-A4B2-B7ACAA422FAB}" type="pres">
      <dgm:prSet presAssocID="{41EB8E9E-9A12-4749-AEB6-64C7B09117A6}" presName="tx2" presStyleLbl="revTx" presStyleIdx="1" presStyleCnt="10"/>
      <dgm:spPr/>
    </dgm:pt>
    <dgm:pt modelId="{92E53F3C-5D6F-4553-AED9-C3EEFE378DE7}" type="pres">
      <dgm:prSet presAssocID="{41EB8E9E-9A12-4749-AEB6-64C7B09117A6}" presName="vert2" presStyleCnt="0"/>
      <dgm:spPr/>
    </dgm:pt>
    <dgm:pt modelId="{48B09E6A-59C8-41E2-B297-E799081276FE}" type="pres">
      <dgm:prSet presAssocID="{41EB8E9E-9A12-4749-AEB6-64C7B09117A6}" presName="thinLine2b" presStyleLbl="callout" presStyleIdx="0" presStyleCnt="5"/>
      <dgm:spPr/>
    </dgm:pt>
    <dgm:pt modelId="{C4B9BDFA-42E1-4966-B2D1-DD60DF433CE7}" type="pres">
      <dgm:prSet presAssocID="{41EB8E9E-9A12-4749-AEB6-64C7B09117A6}" presName="vertSpace2b" presStyleCnt="0"/>
      <dgm:spPr/>
    </dgm:pt>
    <dgm:pt modelId="{32A5F020-DE5B-4296-9496-A8F1E9EDA4C4}" type="pres">
      <dgm:prSet presAssocID="{913E4282-6B4D-41D8-A701-2C1CDC490667}" presName="thickLine" presStyleLbl="alignNode1" presStyleIdx="1" presStyleCnt="5"/>
      <dgm:spPr/>
    </dgm:pt>
    <dgm:pt modelId="{E0529060-EBB0-4A21-9DC1-5F7FF6F9A3A3}" type="pres">
      <dgm:prSet presAssocID="{913E4282-6B4D-41D8-A701-2C1CDC490667}" presName="horz1" presStyleCnt="0"/>
      <dgm:spPr/>
    </dgm:pt>
    <dgm:pt modelId="{2EDFD798-B05A-4BA0-A8E9-174458BA1E65}" type="pres">
      <dgm:prSet presAssocID="{913E4282-6B4D-41D8-A701-2C1CDC490667}" presName="tx1" presStyleLbl="revTx" presStyleIdx="2" presStyleCnt="10"/>
      <dgm:spPr/>
    </dgm:pt>
    <dgm:pt modelId="{C8FB58B3-210A-46A9-9A6E-B37FCDD78E38}" type="pres">
      <dgm:prSet presAssocID="{913E4282-6B4D-41D8-A701-2C1CDC490667}" presName="vert1" presStyleCnt="0"/>
      <dgm:spPr/>
    </dgm:pt>
    <dgm:pt modelId="{A65D4EF4-8018-4339-9CF0-6E1F8B5818EA}" type="pres">
      <dgm:prSet presAssocID="{727003B1-732B-4D24-A932-943F8B936FB6}" presName="vertSpace2a" presStyleCnt="0"/>
      <dgm:spPr/>
    </dgm:pt>
    <dgm:pt modelId="{4FE5B325-D3EA-460A-BA4F-C4C9B9F92FDA}" type="pres">
      <dgm:prSet presAssocID="{727003B1-732B-4D24-A932-943F8B936FB6}" presName="horz2" presStyleCnt="0"/>
      <dgm:spPr/>
    </dgm:pt>
    <dgm:pt modelId="{9D196C14-061E-4059-910E-49A15D0FEE87}" type="pres">
      <dgm:prSet presAssocID="{727003B1-732B-4D24-A932-943F8B936FB6}" presName="horzSpace2" presStyleCnt="0"/>
      <dgm:spPr/>
    </dgm:pt>
    <dgm:pt modelId="{53064337-A760-46B3-AFD6-2863CF901528}" type="pres">
      <dgm:prSet presAssocID="{727003B1-732B-4D24-A932-943F8B936FB6}" presName="tx2" presStyleLbl="revTx" presStyleIdx="3" presStyleCnt="10"/>
      <dgm:spPr/>
    </dgm:pt>
    <dgm:pt modelId="{384A9E7C-05CD-4E1F-97FD-97BBE3D62905}" type="pres">
      <dgm:prSet presAssocID="{727003B1-732B-4D24-A932-943F8B936FB6}" presName="vert2" presStyleCnt="0"/>
      <dgm:spPr/>
    </dgm:pt>
    <dgm:pt modelId="{E5D2CB96-229F-4915-9DDA-0DEB87650B94}" type="pres">
      <dgm:prSet presAssocID="{727003B1-732B-4D24-A932-943F8B936FB6}" presName="thinLine2b" presStyleLbl="callout" presStyleIdx="1" presStyleCnt="5"/>
      <dgm:spPr/>
    </dgm:pt>
    <dgm:pt modelId="{EC6786F9-4A1E-422A-AC1D-6E7DD823A5F9}" type="pres">
      <dgm:prSet presAssocID="{727003B1-732B-4D24-A932-943F8B936FB6}" presName="vertSpace2b" presStyleCnt="0"/>
      <dgm:spPr/>
    </dgm:pt>
    <dgm:pt modelId="{23776045-903B-4805-B627-5761C28F487D}" type="pres">
      <dgm:prSet presAssocID="{080ACE09-371F-45E4-9C19-19A0E3A70519}" presName="thickLine" presStyleLbl="alignNode1" presStyleIdx="2" presStyleCnt="5"/>
      <dgm:spPr/>
    </dgm:pt>
    <dgm:pt modelId="{C2DCD2BA-23C8-4425-9B4D-5E0AEDC6F7D1}" type="pres">
      <dgm:prSet presAssocID="{080ACE09-371F-45E4-9C19-19A0E3A70519}" presName="horz1" presStyleCnt="0"/>
      <dgm:spPr/>
    </dgm:pt>
    <dgm:pt modelId="{F9EC5B48-BF70-484A-A868-F898EBED3012}" type="pres">
      <dgm:prSet presAssocID="{080ACE09-371F-45E4-9C19-19A0E3A70519}" presName="tx1" presStyleLbl="revTx" presStyleIdx="4" presStyleCnt="10"/>
      <dgm:spPr/>
    </dgm:pt>
    <dgm:pt modelId="{272B91F1-8846-49EA-B7E2-D2E236440BCE}" type="pres">
      <dgm:prSet presAssocID="{080ACE09-371F-45E4-9C19-19A0E3A70519}" presName="vert1" presStyleCnt="0"/>
      <dgm:spPr/>
    </dgm:pt>
    <dgm:pt modelId="{556594D1-E2B7-46B2-B316-2FF9939DC212}" type="pres">
      <dgm:prSet presAssocID="{A9E7F841-BAD8-4558-8752-DF8558A08204}" presName="vertSpace2a" presStyleCnt="0"/>
      <dgm:spPr/>
    </dgm:pt>
    <dgm:pt modelId="{04777521-FF1A-437D-9878-660F65756561}" type="pres">
      <dgm:prSet presAssocID="{A9E7F841-BAD8-4558-8752-DF8558A08204}" presName="horz2" presStyleCnt="0"/>
      <dgm:spPr/>
    </dgm:pt>
    <dgm:pt modelId="{B202E2B1-DD46-4A90-93E3-36DAD4E47555}" type="pres">
      <dgm:prSet presAssocID="{A9E7F841-BAD8-4558-8752-DF8558A08204}" presName="horzSpace2" presStyleCnt="0"/>
      <dgm:spPr/>
    </dgm:pt>
    <dgm:pt modelId="{1F78EC72-8B6A-4443-8CEC-A04ECE5756DD}" type="pres">
      <dgm:prSet presAssocID="{A9E7F841-BAD8-4558-8752-DF8558A08204}" presName="tx2" presStyleLbl="revTx" presStyleIdx="5" presStyleCnt="10"/>
      <dgm:spPr/>
    </dgm:pt>
    <dgm:pt modelId="{A0A0465C-971B-4111-AF54-B12283012C27}" type="pres">
      <dgm:prSet presAssocID="{A9E7F841-BAD8-4558-8752-DF8558A08204}" presName="vert2" presStyleCnt="0"/>
      <dgm:spPr/>
    </dgm:pt>
    <dgm:pt modelId="{2302CE17-EF8B-4F0C-86A8-692911F1B8D0}" type="pres">
      <dgm:prSet presAssocID="{A9E7F841-BAD8-4558-8752-DF8558A08204}" presName="thinLine2b" presStyleLbl="callout" presStyleIdx="2" presStyleCnt="5"/>
      <dgm:spPr/>
    </dgm:pt>
    <dgm:pt modelId="{E545CF86-F8C0-4F50-BBF3-B4F3FCA6F382}" type="pres">
      <dgm:prSet presAssocID="{A9E7F841-BAD8-4558-8752-DF8558A08204}" presName="vertSpace2b" presStyleCnt="0"/>
      <dgm:spPr/>
    </dgm:pt>
    <dgm:pt modelId="{A329E3C1-C558-4FA7-8F69-B7CA111500CE}" type="pres">
      <dgm:prSet presAssocID="{EBDF0F05-3495-461A-9056-21804586CCF3}" presName="thickLine" presStyleLbl="alignNode1" presStyleIdx="3" presStyleCnt="5"/>
      <dgm:spPr/>
    </dgm:pt>
    <dgm:pt modelId="{9376AA4E-5274-4736-B3B8-9B0436F2BAB6}" type="pres">
      <dgm:prSet presAssocID="{EBDF0F05-3495-461A-9056-21804586CCF3}" presName="horz1" presStyleCnt="0"/>
      <dgm:spPr/>
    </dgm:pt>
    <dgm:pt modelId="{1F6F7FFD-8997-47FE-ACC8-04C45353FAA0}" type="pres">
      <dgm:prSet presAssocID="{EBDF0F05-3495-461A-9056-21804586CCF3}" presName="tx1" presStyleLbl="revTx" presStyleIdx="6" presStyleCnt="10"/>
      <dgm:spPr/>
    </dgm:pt>
    <dgm:pt modelId="{E9ECE12F-1BC7-4829-8265-9458E665B3AB}" type="pres">
      <dgm:prSet presAssocID="{EBDF0F05-3495-461A-9056-21804586CCF3}" presName="vert1" presStyleCnt="0"/>
      <dgm:spPr/>
    </dgm:pt>
    <dgm:pt modelId="{B972A05D-3300-4825-821C-61F76A9B6EB2}" type="pres">
      <dgm:prSet presAssocID="{F47D1445-39B9-4616-A9B4-AE336A89EDF7}" presName="vertSpace2a" presStyleCnt="0"/>
      <dgm:spPr/>
    </dgm:pt>
    <dgm:pt modelId="{0F3C2740-5019-40EF-AFB5-9D59736AF522}" type="pres">
      <dgm:prSet presAssocID="{F47D1445-39B9-4616-A9B4-AE336A89EDF7}" presName="horz2" presStyleCnt="0"/>
      <dgm:spPr/>
    </dgm:pt>
    <dgm:pt modelId="{25B5B247-DB44-4B87-916A-4B07BF439193}" type="pres">
      <dgm:prSet presAssocID="{F47D1445-39B9-4616-A9B4-AE336A89EDF7}" presName="horzSpace2" presStyleCnt="0"/>
      <dgm:spPr/>
    </dgm:pt>
    <dgm:pt modelId="{D41F0D9B-E16C-4016-8792-C0F14EEBB71C}" type="pres">
      <dgm:prSet presAssocID="{F47D1445-39B9-4616-A9B4-AE336A89EDF7}" presName="tx2" presStyleLbl="revTx" presStyleIdx="7" presStyleCnt="10"/>
      <dgm:spPr/>
    </dgm:pt>
    <dgm:pt modelId="{701B2C31-5888-4E99-A4AC-6B6C2FDAADE2}" type="pres">
      <dgm:prSet presAssocID="{F47D1445-39B9-4616-A9B4-AE336A89EDF7}" presName="vert2" presStyleCnt="0"/>
      <dgm:spPr/>
    </dgm:pt>
    <dgm:pt modelId="{47A15465-9EA0-4F8F-AD62-14030DA15045}" type="pres">
      <dgm:prSet presAssocID="{F47D1445-39B9-4616-A9B4-AE336A89EDF7}" presName="thinLine2b" presStyleLbl="callout" presStyleIdx="3" presStyleCnt="5"/>
      <dgm:spPr/>
    </dgm:pt>
    <dgm:pt modelId="{7961C280-D35C-4CCB-B92B-79BFA50B0DBB}" type="pres">
      <dgm:prSet presAssocID="{F47D1445-39B9-4616-A9B4-AE336A89EDF7}" presName="vertSpace2b" presStyleCnt="0"/>
      <dgm:spPr/>
    </dgm:pt>
    <dgm:pt modelId="{234E63FF-3338-4343-A6CE-28A2319709E2}" type="pres">
      <dgm:prSet presAssocID="{B88F1228-6476-4EAF-A003-788854635588}" presName="thickLine" presStyleLbl="alignNode1" presStyleIdx="4" presStyleCnt="5"/>
      <dgm:spPr/>
    </dgm:pt>
    <dgm:pt modelId="{4EED923F-889C-403A-A8AA-38ECE6186933}" type="pres">
      <dgm:prSet presAssocID="{B88F1228-6476-4EAF-A003-788854635588}" presName="horz1" presStyleCnt="0"/>
      <dgm:spPr/>
    </dgm:pt>
    <dgm:pt modelId="{E6EBED98-ADF0-405B-989C-881F97081B5E}" type="pres">
      <dgm:prSet presAssocID="{B88F1228-6476-4EAF-A003-788854635588}" presName="tx1" presStyleLbl="revTx" presStyleIdx="8" presStyleCnt="10"/>
      <dgm:spPr/>
    </dgm:pt>
    <dgm:pt modelId="{B63EB219-29E0-4C24-B574-2FBB094DAA6E}" type="pres">
      <dgm:prSet presAssocID="{B88F1228-6476-4EAF-A003-788854635588}" presName="vert1" presStyleCnt="0"/>
      <dgm:spPr/>
    </dgm:pt>
    <dgm:pt modelId="{C15A19D0-C6D1-44A4-8D4C-2314B3495647}" type="pres">
      <dgm:prSet presAssocID="{9DED9826-32C4-4654-9A82-673F75C33871}" presName="vertSpace2a" presStyleCnt="0"/>
      <dgm:spPr/>
    </dgm:pt>
    <dgm:pt modelId="{0ABC43D9-A3E9-40E3-B268-61B5FB947EFA}" type="pres">
      <dgm:prSet presAssocID="{9DED9826-32C4-4654-9A82-673F75C33871}" presName="horz2" presStyleCnt="0"/>
      <dgm:spPr/>
    </dgm:pt>
    <dgm:pt modelId="{2D59E8AE-6A03-4E4C-B512-CE96471D4DC7}" type="pres">
      <dgm:prSet presAssocID="{9DED9826-32C4-4654-9A82-673F75C33871}" presName="horzSpace2" presStyleCnt="0"/>
      <dgm:spPr/>
    </dgm:pt>
    <dgm:pt modelId="{551003EF-4EF7-470D-920E-BF329A16B763}" type="pres">
      <dgm:prSet presAssocID="{9DED9826-32C4-4654-9A82-673F75C33871}" presName="tx2" presStyleLbl="revTx" presStyleIdx="9" presStyleCnt="10"/>
      <dgm:spPr/>
    </dgm:pt>
    <dgm:pt modelId="{ADF1AC99-3923-43A1-9F64-432762F786C6}" type="pres">
      <dgm:prSet presAssocID="{9DED9826-32C4-4654-9A82-673F75C33871}" presName="vert2" presStyleCnt="0"/>
      <dgm:spPr/>
    </dgm:pt>
    <dgm:pt modelId="{A2DEB1FB-461D-4CE3-8A3A-64474E894410}" type="pres">
      <dgm:prSet presAssocID="{9DED9826-32C4-4654-9A82-673F75C33871}" presName="thinLine2b" presStyleLbl="callout" presStyleIdx="4" presStyleCnt="5"/>
      <dgm:spPr/>
    </dgm:pt>
    <dgm:pt modelId="{410CD85D-1279-4A61-A5CA-3088CB406E96}" type="pres">
      <dgm:prSet presAssocID="{9DED9826-32C4-4654-9A82-673F75C33871}" presName="vertSpace2b" presStyleCnt="0"/>
      <dgm:spPr/>
    </dgm:pt>
  </dgm:ptLst>
  <dgm:cxnLst>
    <dgm:cxn modelId="{3A014307-663B-4911-9035-3DA532A89691}" srcId="{5C61DCEF-ED08-40D3-BBA4-76F142B0E991}" destId="{080ACE09-371F-45E4-9C19-19A0E3A70519}" srcOrd="2" destOrd="0" parTransId="{12A131B4-1AED-4A3A-9BA6-B2F98CA36AD3}" sibTransId="{CB7F9364-1223-409F-A8B9-B73BF078218C}"/>
    <dgm:cxn modelId="{9C758809-CDC1-4122-BD2C-A84143F15628}" srcId="{080ACE09-371F-45E4-9C19-19A0E3A70519}" destId="{A9E7F841-BAD8-4558-8752-DF8558A08204}" srcOrd="0" destOrd="0" parTransId="{65FA968B-9D16-4C5D-9BF6-CED54AC7BA11}" sibTransId="{B9F086BF-290E-41D0-813A-B961326D24E7}"/>
    <dgm:cxn modelId="{4D46960C-89C8-495E-9A96-6C38C0154C6F}" type="presOf" srcId="{F47D1445-39B9-4616-A9B4-AE336A89EDF7}" destId="{D41F0D9B-E16C-4016-8792-C0F14EEBB71C}" srcOrd="0" destOrd="0" presId="urn:microsoft.com/office/officeart/2008/layout/LinedList"/>
    <dgm:cxn modelId="{55EB851C-16DB-47ED-A0CD-5AEDB16ADEBC}" srcId="{5C61DCEF-ED08-40D3-BBA4-76F142B0E991}" destId="{B88F1228-6476-4EAF-A003-788854635588}" srcOrd="4" destOrd="0" parTransId="{8497E150-2B5E-4121-A67A-0CA84F3E19C0}" sibTransId="{7057F395-790E-4A18-B3D4-045287CD0B1A}"/>
    <dgm:cxn modelId="{D41DFE1E-BE13-469D-BA55-4287E72BE0EE}" srcId="{913E4282-6B4D-41D8-A701-2C1CDC490667}" destId="{727003B1-732B-4D24-A932-943F8B936FB6}" srcOrd="0" destOrd="0" parTransId="{4981B120-E066-4E52-B92C-C6CA83EEF538}" sibTransId="{DE6130D2-166F-4BC8-9026-AD538F0153F3}"/>
    <dgm:cxn modelId="{AA20863C-3D9D-4385-94C6-0E5AC804036E}" srcId="{5C61DCEF-ED08-40D3-BBA4-76F142B0E991}" destId="{EBDF0F05-3495-461A-9056-21804586CCF3}" srcOrd="3" destOrd="0" parTransId="{E5298DB6-32EE-4ABC-A701-80B8209282A2}" sibTransId="{A4CAF95E-F513-44FA-BC2C-4864283277A5}"/>
    <dgm:cxn modelId="{A9967E4A-9565-494F-8F28-733F8CECDEE6}" srcId="{B88F1228-6476-4EAF-A003-788854635588}" destId="{9DED9826-32C4-4654-9A82-673F75C33871}" srcOrd="0" destOrd="0" parTransId="{E2DD70BC-E71F-42DE-8C50-8A394993FE4A}" sibTransId="{C18F06F9-E5FC-4AAE-A321-593961701414}"/>
    <dgm:cxn modelId="{44737B50-FBCE-4755-85CB-D2934C2E072A}" type="presOf" srcId="{727003B1-732B-4D24-A932-943F8B936FB6}" destId="{53064337-A760-46B3-AFD6-2863CF901528}" srcOrd="0" destOrd="0" presId="urn:microsoft.com/office/officeart/2008/layout/LinedList"/>
    <dgm:cxn modelId="{3B207D52-17A6-41F5-B213-1E2940B23092}" type="presOf" srcId="{5C61DCEF-ED08-40D3-BBA4-76F142B0E991}" destId="{D72F4326-4AC2-4F8A-948F-ADA6EAC07BB5}" srcOrd="0" destOrd="0" presId="urn:microsoft.com/office/officeart/2008/layout/LinedList"/>
    <dgm:cxn modelId="{02683B7D-7E6C-4C62-9D67-E48BD6F5BDBC}" srcId="{5C61DCEF-ED08-40D3-BBA4-76F142B0E991}" destId="{DC732C07-C571-4F02-BA6C-7523E2B04DAE}" srcOrd="0" destOrd="0" parTransId="{0E8A60D4-9FAB-4C4D-81C7-67E2D4678A70}" sibTransId="{84DA1C9D-8ED7-4B12-87D6-AF28E690259C}"/>
    <dgm:cxn modelId="{DFA45E9F-7F04-42FA-AB76-071DA40B4EA8}" type="presOf" srcId="{9DED9826-32C4-4654-9A82-673F75C33871}" destId="{551003EF-4EF7-470D-920E-BF329A16B763}" srcOrd="0" destOrd="0" presId="urn:microsoft.com/office/officeart/2008/layout/LinedList"/>
    <dgm:cxn modelId="{692CE79F-C8D1-4161-8428-719A161C9ABC}" type="presOf" srcId="{913E4282-6B4D-41D8-A701-2C1CDC490667}" destId="{2EDFD798-B05A-4BA0-A8E9-174458BA1E65}" srcOrd="0" destOrd="0" presId="urn:microsoft.com/office/officeart/2008/layout/LinedList"/>
    <dgm:cxn modelId="{E998A4A3-C724-4C87-9E5B-4A11CE917D13}" type="presOf" srcId="{41EB8E9E-9A12-4749-AEB6-64C7B09117A6}" destId="{7B844B5F-3978-4183-A4B2-B7ACAA422FAB}" srcOrd="0" destOrd="0" presId="urn:microsoft.com/office/officeart/2008/layout/LinedList"/>
    <dgm:cxn modelId="{8FC500A4-183E-47C7-8D38-27DA60DA4186}" type="presOf" srcId="{DC732C07-C571-4F02-BA6C-7523E2B04DAE}" destId="{5349BEB2-35D9-4296-8246-5742390E3EDD}" srcOrd="0" destOrd="0" presId="urn:microsoft.com/office/officeart/2008/layout/LinedList"/>
    <dgm:cxn modelId="{0523ABA7-A649-4CB7-BA58-1BEE56F97A42}" srcId="{EBDF0F05-3495-461A-9056-21804586CCF3}" destId="{F47D1445-39B9-4616-A9B4-AE336A89EDF7}" srcOrd="0" destOrd="0" parTransId="{ACE13BC9-C075-46C3-8FA1-D2E5B34F251F}" sibTransId="{8674A7E1-B60F-43A7-A4C1-07AD5DC91AF5}"/>
    <dgm:cxn modelId="{9DEDEFAB-815D-45C1-BD29-527A585EDE5B}" type="presOf" srcId="{080ACE09-371F-45E4-9C19-19A0E3A70519}" destId="{F9EC5B48-BF70-484A-A868-F898EBED3012}" srcOrd="0" destOrd="0" presId="urn:microsoft.com/office/officeart/2008/layout/LinedList"/>
    <dgm:cxn modelId="{E75E57C9-D500-4C11-8A51-238C09866CBC}" srcId="{DC732C07-C571-4F02-BA6C-7523E2B04DAE}" destId="{41EB8E9E-9A12-4749-AEB6-64C7B09117A6}" srcOrd="0" destOrd="0" parTransId="{1232C367-81C7-4AC2-A461-03B2DB2A0EF9}" sibTransId="{64461B36-23CF-4D65-BB77-50690B2E9B27}"/>
    <dgm:cxn modelId="{0AFCB1EC-04F9-44AF-9859-B57D620CE8E1}" srcId="{5C61DCEF-ED08-40D3-BBA4-76F142B0E991}" destId="{913E4282-6B4D-41D8-A701-2C1CDC490667}" srcOrd="1" destOrd="0" parTransId="{917FC843-73E9-4939-98A4-ACF36A062865}" sibTransId="{3C1BEC3F-DA6A-4965-8732-E8F623695340}"/>
    <dgm:cxn modelId="{81B143F5-5BAD-4F76-A6C8-C579602B913B}" type="presOf" srcId="{EBDF0F05-3495-461A-9056-21804586CCF3}" destId="{1F6F7FFD-8997-47FE-ACC8-04C45353FAA0}" srcOrd="0" destOrd="0" presId="urn:microsoft.com/office/officeart/2008/layout/LinedList"/>
    <dgm:cxn modelId="{5D8FA6F6-4B5E-4255-8B44-2D2B4F60FD89}" type="presOf" srcId="{B88F1228-6476-4EAF-A003-788854635588}" destId="{E6EBED98-ADF0-405B-989C-881F97081B5E}" srcOrd="0" destOrd="0" presId="urn:microsoft.com/office/officeart/2008/layout/LinedList"/>
    <dgm:cxn modelId="{A90697FF-C57C-4457-9689-F0DFC9473AC1}" type="presOf" srcId="{A9E7F841-BAD8-4558-8752-DF8558A08204}" destId="{1F78EC72-8B6A-4443-8CEC-A04ECE5756DD}" srcOrd="0" destOrd="0" presId="urn:microsoft.com/office/officeart/2008/layout/LinedList"/>
    <dgm:cxn modelId="{1183406D-955D-4A39-AA1B-A5A36212EB4C}" type="presParOf" srcId="{D72F4326-4AC2-4F8A-948F-ADA6EAC07BB5}" destId="{252A19CF-FC6E-4C87-BF99-A73817540DCE}" srcOrd="0" destOrd="0" presId="urn:microsoft.com/office/officeart/2008/layout/LinedList"/>
    <dgm:cxn modelId="{34879D8E-35EB-4156-9BAE-B3CFB7229051}" type="presParOf" srcId="{D72F4326-4AC2-4F8A-948F-ADA6EAC07BB5}" destId="{298328B3-6621-411B-B74D-6D01BEA34F1F}" srcOrd="1" destOrd="0" presId="urn:microsoft.com/office/officeart/2008/layout/LinedList"/>
    <dgm:cxn modelId="{EAA7825B-85AA-4ABF-8896-6DBE005A64FA}" type="presParOf" srcId="{298328B3-6621-411B-B74D-6D01BEA34F1F}" destId="{5349BEB2-35D9-4296-8246-5742390E3EDD}" srcOrd="0" destOrd="0" presId="urn:microsoft.com/office/officeart/2008/layout/LinedList"/>
    <dgm:cxn modelId="{1249DD9C-C235-47E4-984A-D64268817642}" type="presParOf" srcId="{298328B3-6621-411B-B74D-6D01BEA34F1F}" destId="{68EC931C-3827-44EE-A7EE-A3CD4DF02BFC}" srcOrd="1" destOrd="0" presId="urn:microsoft.com/office/officeart/2008/layout/LinedList"/>
    <dgm:cxn modelId="{E8834BB5-25F5-4A2B-8955-94E6BFD2946F}" type="presParOf" srcId="{68EC931C-3827-44EE-A7EE-A3CD4DF02BFC}" destId="{4F4896F9-A8BF-41AE-BB36-3C20D1191C75}" srcOrd="0" destOrd="0" presId="urn:microsoft.com/office/officeart/2008/layout/LinedList"/>
    <dgm:cxn modelId="{1509CC58-596E-4781-B20C-3EAD26F5B157}" type="presParOf" srcId="{68EC931C-3827-44EE-A7EE-A3CD4DF02BFC}" destId="{015D3A6D-E735-4010-82E2-4CA6E8434695}" srcOrd="1" destOrd="0" presId="urn:microsoft.com/office/officeart/2008/layout/LinedList"/>
    <dgm:cxn modelId="{2A09C70E-4712-40BF-AC15-4B7BE7D2CA33}" type="presParOf" srcId="{015D3A6D-E735-4010-82E2-4CA6E8434695}" destId="{48184F8D-7111-454E-B1E5-FC6C426A20CA}" srcOrd="0" destOrd="0" presId="urn:microsoft.com/office/officeart/2008/layout/LinedList"/>
    <dgm:cxn modelId="{878DCE4A-DF98-410F-9DB5-2852FD434BF2}" type="presParOf" srcId="{015D3A6D-E735-4010-82E2-4CA6E8434695}" destId="{7B844B5F-3978-4183-A4B2-B7ACAA422FAB}" srcOrd="1" destOrd="0" presId="urn:microsoft.com/office/officeart/2008/layout/LinedList"/>
    <dgm:cxn modelId="{C260D01A-819B-408E-A334-A9A5ECE71DCE}" type="presParOf" srcId="{015D3A6D-E735-4010-82E2-4CA6E8434695}" destId="{92E53F3C-5D6F-4553-AED9-C3EEFE378DE7}" srcOrd="2" destOrd="0" presId="urn:microsoft.com/office/officeart/2008/layout/LinedList"/>
    <dgm:cxn modelId="{040ED47F-E524-46B7-A832-8EAB1EFB5E60}" type="presParOf" srcId="{68EC931C-3827-44EE-A7EE-A3CD4DF02BFC}" destId="{48B09E6A-59C8-41E2-B297-E799081276FE}" srcOrd="2" destOrd="0" presId="urn:microsoft.com/office/officeart/2008/layout/LinedList"/>
    <dgm:cxn modelId="{4A2339ED-073F-48BE-A0E5-592F6A8B618B}" type="presParOf" srcId="{68EC931C-3827-44EE-A7EE-A3CD4DF02BFC}" destId="{C4B9BDFA-42E1-4966-B2D1-DD60DF433CE7}" srcOrd="3" destOrd="0" presId="urn:microsoft.com/office/officeart/2008/layout/LinedList"/>
    <dgm:cxn modelId="{76F91928-470A-42B2-BBA8-613C208BCDB6}" type="presParOf" srcId="{D72F4326-4AC2-4F8A-948F-ADA6EAC07BB5}" destId="{32A5F020-DE5B-4296-9496-A8F1E9EDA4C4}" srcOrd="2" destOrd="0" presId="urn:microsoft.com/office/officeart/2008/layout/LinedList"/>
    <dgm:cxn modelId="{60C6E389-515B-4491-B2A7-4EBB300E3DBA}" type="presParOf" srcId="{D72F4326-4AC2-4F8A-948F-ADA6EAC07BB5}" destId="{E0529060-EBB0-4A21-9DC1-5F7FF6F9A3A3}" srcOrd="3" destOrd="0" presId="urn:microsoft.com/office/officeart/2008/layout/LinedList"/>
    <dgm:cxn modelId="{69211CC4-217E-4D5E-975D-D65D2019AC11}" type="presParOf" srcId="{E0529060-EBB0-4A21-9DC1-5F7FF6F9A3A3}" destId="{2EDFD798-B05A-4BA0-A8E9-174458BA1E65}" srcOrd="0" destOrd="0" presId="urn:microsoft.com/office/officeart/2008/layout/LinedList"/>
    <dgm:cxn modelId="{A99DE7D9-3711-420E-B090-9258CA0432B3}" type="presParOf" srcId="{E0529060-EBB0-4A21-9DC1-5F7FF6F9A3A3}" destId="{C8FB58B3-210A-46A9-9A6E-B37FCDD78E38}" srcOrd="1" destOrd="0" presId="urn:microsoft.com/office/officeart/2008/layout/LinedList"/>
    <dgm:cxn modelId="{915D6E96-FB25-4B18-B418-E8670F9C6DC2}" type="presParOf" srcId="{C8FB58B3-210A-46A9-9A6E-B37FCDD78E38}" destId="{A65D4EF4-8018-4339-9CF0-6E1F8B5818EA}" srcOrd="0" destOrd="0" presId="urn:microsoft.com/office/officeart/2008/layout/LinedList"/>
    <dgm:cxn modelId="{24E2AAAB-8BD9-4205-A7BA-5BFFA81C0036}" type="presParOf" srcId="{C8FB58B3-210A-46A9-9A6E-B37FCDD78E38}" destId="{4FE5B325-D3EA-460A-BA4F-C4C9B9F92FDA}" srcOrd="1" destOrd="0" presId="urn:microsoft.com/office/officeart/2008/layout/LinedList"/>
    <dgm:cxn modelId="{85E4F34B-4329-4CDB-BA8F-E3BB76141203}" type="presParOf" srcId="{4FE5B325-D3EA-460A-BA4F-C4C9B9F92FDA}" destId="{9D196C14-061E-4059-910E-49A15D0FEE87}" srcOrd="0" destOrd="0" presId="urn:microsoft.com/office/officeart/2008/layout/LinedList"/>
    <dgm:cxn modelId="{514C1767-93E4-4D7A-9BBB-7FE24C1CA0CF}" type="presParOf" srcId="{4FE5B325-D3EA-460A-BA4F-C4C9B9F92FDA}" destId="{53064337-A760-46B3-AFD6-2863CF901528}" srcOrd="1" destOrd="0" presId="urn:microsoft.com/office/officeart/2008/layout/LinedList"/>
    <dgm:cxn modelId="{D87EECF0-567C-4CDE-B6DB-1DACC550BB50}" type="presParOf" srcId="{4FE5B325-D3EA-460A-BA4F-C4C9B9F92FDA}" destId="{384A9E7C-05CD-4E1F-97FD-97BBE3D62905}" srcOrd="2" destOrd="0" presId="urn:microsoft.com/office/officeart/2008/layout/LinedList"/>
    <dgm:cxn modelId="{172E3E5A-0F9C-494C-8E75-D06F97D48330}" type="presParOf" srcId="{C8FB58B3-210A-46A9-9A6E-B37FCDD78E38}" destId="{E5D2CB96-229F-4915-9DDA-0DEB87650B94}" srcOrd="2" destOrd="0" presId="urn:microsoft.com/office/officeart/2008/layout/LinedList"/>
    <dgm:cxn modelId="{25D83B64-BF89-497A-A942-5BD58A5FD8C4}" type="presParOf" srcId="{C8FB58B3-210A-46A9-9A6E-B37FCDD78E38}" destId="{EC6786F9-4A1E-422A-AC1D-6E7DD823A5F9}" srcOrd="3" destOrd="0" presId="urn:microsoft.com/office/officeart/2008/layout/LinedList"/>
    <dgm:cxn modelId="{124CB540-DC01-4EDF-8FD7-39862B532D97}" type="presParOf" srcId="{D72F4326-4AC2-4F8A-948F-ADA6EAC07BB5}" destId="{23776045-903B-4805-B627-5761C28F487D}" srcOrd="4" destOrd="0" presId="urn:microsoft.com/office/officeart/2008/layout/LinedList"/>
    <dgm:cxn modelId="{20F9E888-8B81-420E-9187-12A91938F2A3}" type="presParOf" srcId="{D72F4326-4AC2-4F8A-948F-ADA6EAC07BB5}" destId="{C2DCD2BA-23C8-4425-9B4D-5E0AEDC6F7D1}" srcOrd="5" destOrd="0" presId="urn:microsoft.com/office/officeart/2008/layout/LinedList"/>
    <dgm:cxn modelId="{1C445AFF-52D8-4606-8FE1-0E14423A1E22}" type="presParOf" srcId="{C2DCD2BA-23C8-4425-9B4D-5E0AEDC6F7D1}" destId="{F9EC5B48-BF70-484A-A868-F898EBED3012}" srcOrd="0" destOrd="0" presId="urn:microsoft.com/office/officeart/2008/layout/LinedList"/>
    <dgm:cxn modelId="{AE5CF38B-A8BB-454E-9CF7-DDD134BABED2}" type="presParOf" srcId="{C2DCD2BA-23C8-4425-9B4D-5E0AEDC6F7D1}" destId="{272B91F1-8846-49EA-B7E2-D2E236440BCE}" srcOrd="1" destOrd="0" presId="urn:microsoft.com/office/officeart/2008/layout/LinedList"/>
    <dgm:cxn modelId="{E16690A4-B2DC-4488-9EE8-52EFA8C55256}" type="presParOf" srcId="{272B91F1-8846-49EA-B7E2-D2E236440BCE}" destId="{556594D1-E2B7-46B2-B316-2FF9939DC212}" srcOrd="0" destOrd="0" presId="urn:microsoft.com/office/officeart/2008/layout/LinedList"/>
    <dgm:cxn modelId="{2300EB3B-05A6-4F24-94B6-4FF86D603512}" type="presParOf" srcId="{272B91F1-8846-49EA-B7E2-D2E236440BCE}" destId="{04777521-FF1A-437D-9878-660F65756561}" srcOrd="1" destOrd="0" presId="urn:microsoft.com/office/officeart/2008/layout/LinedList"/>
    <dgm:cxn modelId="{12D27D2D-9F6B-4DAE-B127-148D1A27961D}" type="presParOf" srcId="{04777521-FF1A-437D-9878-660F65756561}" destId="{B202E2B1-DD46-4A90-93E3-36DAD4E47555}" srcOrd="0" destOrd="0" presId="urn:microsoft.com/office/officeart/2008/layout/LinedList"/>
    <dgm:cxn modelId="{3B005268-2711-4B87-A813-F318F9763440}" type="presParOf" srcId="{04777521-FF1A-437D-9878-660F65756561}" destId="{1F78EC72-8B6A-4443-8CEC-A04ECE5756DD}" srcOrd="1" destOrd="0" presId="urn:microsoft.com/office/officeart/2008/layout/LinedList"/>
    <dgm:cxn modelId="{9D63B1D8-2DCD-4BEA-A6B8-11B9858C2419}" type="presParOf" srcId="{04777521-FF1A-437D-9878-660F65756561}" destId="{A0A0465C-971B-4111-AF54-B12283012C27}" srcOrd="2" destOrd="0" presId="urn:microsoft.com/office/officeart/2008/layout/LinedList"/>
    <dgm:cxn modelId="{D3DFE93E-AFD9-4A99-BC34-6E3BEF95F619}" type="presParOf" srcId="{272B91F1-8846-49EA-B7E2-D2E236440BCE}" destId="{2302CE17-EF8B-4F0C-86A8-692911F1B8D0}" srcOrd="2" destOrd="0" presId="urn:microsoft.com/office/officeart/2008/layout/LinedList"/>
    <dgm:cxn modelId="{11BBDAE3-A045-47E0-ADDD-F6A83BAF7B03}" type="presParOf" srcId="{272B91F1-8846-49EA-B7E2-D2E236440BCE}" destId="{E545CF86-F8C0-4F50-BBF3-B4F3FCA6F382}" srcOrd="3" destOrd="0" presId="urn:microsoft.com/office/officeart/2008/layout/LinedList"/>
    <dgm:cxn modelId="{33A46758-D712-4B66-8675-6C7D4E2BE467}" type="presParOf" srcId="{D72F4326-4AC2-4F8A-948F-ADA6EAC07BB5}" destId="{A329E3C1-C558-4FA7-8F69-B7CA111500CE}" srcOrd="6" destOrd="0" presId="urn:microsoft.com/office/officeart/2008/layout/LinedList"/>
    <dgm:cxn modelId="{3F4CDD3D-0575-496F-B742-38457C75BC5D}" type="presParOf" srcId="{D72F4326-4AC2-4F8A-948F-ADA6EAC07BB5}" destId="{9376AA4E-5274-4736-B3B8-9B0436F2BAB6}" srcOrd="7" destOrd="0" presId="urn:microsoft.com/office/officeart/2008/layout/LinedList"/>
    <dgm:cxn modelId="{2DD20DF2-765E-42A7-8B84-7F88713DA97E}" type="presParOf" srcId="{9376AA4E-5274-4736-B3B8-9B0436F2BAB6}" destId="{1F6F7FFD-8997-47FE-ACC8-04C45353FAA0}" srcOrd="0" destOrd="0" presId="urn:microsoft.com/office/officeart/2008/layout/LinedList"/>
    <dgm:cxn modelId="{66BD4FEA-947A-476B-A0F6-7A24632B911D}" type="presParOf" srcId="{9376AA4E-5274-4736-B3B8-9B0436F2BAB6}" destId="{E9ECE12F-1BC7-4829-8265-9458E665B3AB}" srcOrd="1" destOrd="0" presId="urn:microsoft.com/office/officeart/2008/layout/LinedList"/>
    <dgm:cxn modelId="{1A9EE440-CE17-4FB3-B57C-276F185343DD}" type="presParOf" srcId="{E9ECE12F-1BC7-4829-8265-9458E665B3AB}" destId="{B972A05D-3300-4825-821C-61F76A9B6EB2}" srcOrd="0" destOrd="0" presId="urn:microsoft.com/office/officeart/2008/layout/LinedList"/>
    <dgm:cxn modelId="{78694E62-1B93-4542-8F21-832F7EBA480E}" type="presParOf" srcId="{E9ECE12F-1BC7-4829-8265-9458E665B3AB}" destId="{0F3C2740-5019-40EF-AFB5-9D59736AF522}" srcOrd="1" destOrd="0" presId="urn:microsoft.com/office/officeart/2008/layout/LinedList"/>
    <dgm:cxn modelId="{046610E3-ECE0-44AC-B4E4-6C6389ECB68B}" type="presParOf" srcId="{0F3C2740-5019-40EF-AFB5-9D59736AF522}" destId="{25B5B247-DB44-4B87-916A-4B07BF439193}" srcOrd="0" destOrd="0" presId="urn:microsoft.com/office/officeart/2008/layout/LinedList"/>
    <dgm:cxn modelId="{D3582A01-B54E-40BE-849E-9CE8BFDB2DE0}" type="presParOf" srcId="{0F3C2740-5019-40EF-AFB5-9D59736AF522}" destId="{D41F0D9B-E16C-4016-8792-C0F14EEBB71C}" srcOrd="1" destOrd="0" presId="urn:microsoft.com/office/officeart/2008/layout/LinedList"/>
    <dgm:cxn modelId="{4CC2E94F-8F59-4343-9A6A-50C09D916BC2}" type="presParOf" srcId="{0F3C2740-5019-40EF-AFB5-9D59736AF522}" destId="{701B2C31-5888-4E99-A4AC-6B6C2FDAADE2}" srcOrd="2" destOrd="0" presId="urn:microsoft.com/office/officeart/2008/layout/LinedList"/>
    <dgm:cxn modelId="{74A7D6D1-7445-4F14-8FE5-24AD6820D7AB}" type="presParOf" srcId="{E9ECE12F-1BC7-4829-8265-9458E665B3AB}" destId="{47A15465-9EA0-4F8F-AD62-14030DA15045}" srcOrd="2" destOrd="0" presId="urn:microsoft.com/office/officeart/2008/layout/LinedList"/>
    <dgm:cxn modelId="{8334B7D1-0C6F-401F-999B-ED3C9D731C31}" type="presParOf" srcId="{E9ECE12F-1BC7-4829-8265-9458E665B3AB}" destId="{7961C280-D35C-4CCB-B92B-79BFA50B0DBB}" srcOrd="3" destOrd="0" presId="urn:microsoft.com/office/officeart/2008/layout/LinedList"/>
    <dgm:cxn modelId="{54DEA5A3-C983-41EE-82E8-4357CA1DF60E}" type="presParOf" srcId="{D72F4326-4AC2-4F8A-948F-ADA6EAC07BB5}" destId="{234E63FF-3338-4343-A6CE-28A2319709E2}" srcOrd="8" destOrd="0" presId="urn:microsoft.com/office/officeart/2008/layout/LinedList"/>
    <dgm:cxn modelId="{A7610CCC-F3B5-44A8-AF0A-670700B38F4C}" type="presParOf" srcId="{D72F4326-4AC2-4F8A-948F-ADA6EAC07BB5}" destId="{4EED923F-889C-403A-A8AA-38ECE6186933}" srcOrd="9" destOrd="0" presId="urn:microsoft.com/office/officeart/2008/layout/LinedList"/>
    <dgm:cxn modelId="{A30610F2-C1DA-4FB9-9EF1-704C20BE5152}" type="presParOf" srcId="{4EED923F-889C-403A-A8AA-38ECE6186933}" destId="{E6EBED98-ADF0-405B-989C-881F97081B5E}" srcOrd="0" destOrd="0" presId="urn:microsoft.com/office/officeart/2008/layout/LinedList"/>
    <dgm:cxn modelId="{03BC35C2-14D7-4669-9517-199400987BEF}" type="presParOf" srcId="{4EED923F-889C-403A-A8AA-38ECE6186933}" destId="{B63EB219-29E0-4C24-B574-2FBB094DAA6E}" srcOrd="1" destOrd="0" presId="urn:microsoft.com/office/officeart/2008/layout/LinedList"/>
    <dgm:cxn modelId="{36A42B0A-CC96-4055-AA28-96E838CDB433}" type="presParOf" srcId="{B63EB219-29E0-4C24-B574-2FBB094DAA6E}" destId="{C15A19D0-C6D1-44A4-8D4C-2314B3495647}" srcOrd="0" destOrd="0" presId="urn:microsoft.com/office/officeart/2008/layout/LinedList"/>
    <dgm:cxn modelId="{1834D881-1B26-4EEC-91D9-40663C3C9ABE}" type="presParOf" srcId="{B63EB219-29E0-4C24-B574-2FBB094DAA6E}" destId="{0ABC43D9-A3E9-40E3-B268-61B5FB947EFA}" srcOrd="1" destOrd="0" presId="urn:microsoft.com/office/officeart/2008/layout/LinedList"/>
    <dgm:cxn modelId="{90B9D72A-C1CE-42C8-BAA0-1E98A57BCE1A}" type="presParOf" srcId="{0ABC43D9-A3E9-40E3-B268-61B5FB947EFA}" destId="{2D59E8AE-6A03-4E4C-B512-CE96471D4DC7}" srcOrd="0" destOrd="0" presId="urn:microsoft.com/office/officeart/2008/layout/LinedList"/>
    <dgm:cxn modelId="{24CA8093-7159-4107-AC25-E21488B52845}" type="presParOf" srcId="{0ABC43D9-A3E9-40E3-B268-61B5FB947EFA}" destId="{551003EF-4EF7-470D-920E-BF329A16B763}" srcOrd="1" destOrd="0" presId="urn:microsoft.com/office/officeart/2008/layout/LinedList"/>
    <dgm:cxn modelId="{DB815E4E-D8ED-4B54-860D-DFB24FCCAD60}" type="presParOf" srcId="{0ABC43D9-A3E9-40E3-B268-61B5FB947EFA}" destId="{ADF1AC99-3923-43A1-9F64-432762F786C6}" srcOrd="2" destOrd="0" presId="urn:microsoft.com/office/officeart/2008/layout/LinedList"/>
    <dgm:cxn modelId="{6CDC7399-6827-45CA-BB40-3DB9A3B33A7A}" type="presParOf" srcId="{B63EB219-29E0-4C24-B574-2FBB094DAA6E}" destId="{A2DEB1FB-461D-4CE3-8A3A-64474E894410}" srcOrd="2" destOrd="0" presId="urn:microsoft.com/office/officeart/2008/layout/LinedList"/>
    <dgm:cxn modelId="{81CD66B8-D6BD-47C1-A470-5A1ED5CE4626}" type="presParOf" srcId="{B63EB219-29E0-4C24-B574-2FBB094DAA6E}" destId="{410CD85D-1279-4A61-A5CA-3088CB406E96}"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B3714D4-51B5-4B82-AEA9-9C28685BAB65}"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4EA3FE00-C1EE-49D9-9E26-2B8CC9E7FC7E}">
      <dgm:prSet/>
      <dgm:spPr/>
      <dgm:t>
        <a:bodyPr/>
        <a:lstStyle/>
        <a:p>
          <a:r>
            <a:rPr lang="en-GB" b="1" dirty="0"/>
            <a:t>Primary Role:</a:t>
          </a:r>
          <a:endParaRPr lang="en-US" dirty="0"/>
        </a:p>
      </dgm:t>
    </dgm:pt>
    <dgm:pt modelId="{CF6B2815-713B-4499-8C27-380C89308495}" type="parTrans" cxnId="{946A5676-3C2D-4AE3-8ADF-51488B32D73C}">
      <dgm:prSet/>
      <dgm:spPr/>
      <dgm:t>
        <a:bodyPr/>
        <a:lstStyle/>
        <a:p>
          <a:endParaRPr lang="en-US"/>
        </a:p>
      </dgm:t>
    </dgm:pt>
    <dgm:pt modelId="{281249D0-BE09-4D61-8076-60B1AC0EC868}" type="sibTrans" cxnId="{946A5676-3C2D-4AE3-8ADF-51488B32D73C}">
      <dgm:prSet/>
      <dgm:spPr/>
      <dgm:t>
        <a:bodyPr/>
        <a:lstStyle/>
        <a:p>
          <a:endParaRPr lang="en-US"/>
        </a:p>
      </dgm:t>
    </dgm:pt>
    <dgm:pt modelId="{6B9D5C23-CBA5-44BE-ABA9-1D5C89895018}">
      <dgm:prSet/>
      <dgm:spPr/>
      <dgm:t>
        <a:bodyPr/>
        <a:lstStyle/>
        <a:p>
          <a:r>
            <a:rPr lang="en-GB" dirty="0"/>
            <a:t>Real‑time sensor acquisition, motor control.</a:t>
          </a:r>
          <a:endParaRPr lang="en-US" dirty="0"/>
        </a:p>
      </dgm:t>
    </dgm:pt>
    <dgm:pt modelId="{8432B475-2064-41B6-B2C6-0EBB98F25006}" type="parTrans" cxnId="{D8707847-43D6-430D-9CE0-6865D3FDB411}">
      <dgm:prSet/>
      <dgm:spPr/>
      <dgm:t>
        <a:bodyPr/>
        <a:lstStyle/>
        <a:p>
          <a:endParaRPr lang="en-US"/>
        </a:p>
      </dgm:t>
    </dgm:pt>
    <dgm:pt modelId="{A33C0A6B-94E2-43A8-B67B-A8023DC62393}" type="sibTrans" cxnId="{D8707847-43D6-430D-9CE0-6865D3FDB411}">
      <dgm:prSet/>
      <dgm:spPr/>
      <dgm:t>
        <a:bodyPr/>
        <a:lstStyle/>
        <a:p>
          <a:endParaRPr lang="en-US"/>
        </a:p>
      </dgm:t>
    </dgm:pt>
    <dgm:pt modelId="{A705B9EC-7C95-47C5-8727-6FD31767933F}">
      <dgm:prSet/>
      <dgm:spPr/>
      <dgm:t>
        <a:bodyPr/>
        <a:lstStyle/>
        <a:p>
          <a:r>
            <a:rPr lang="en-US" b="1" i="0" baseline="0" dirty="0"/>
            <a:t>Core Responsibilities:</a:t>
          </a:r>
          <a:endParaRPr lang="en-US" dirty="0"/>
        </a:p>
      </dgm:t>
    </dgm:pt>
    <dgm:pt modelId="{0B9EF006-E9E0-41C7-BE6D-A76098E8121E}" type="parTrans" cxnId="{8998E0E5-9DA2-4200-B037-2A779F7A6044}">
      <dgm:prSet/>
      <dgm:spPr/>
      <dgm:t>
        <a:bodyPr/>
        <a:lstStyle/>
        <a:p>
          <a:endParaRPr lang="en-US"/>
        </a:p>
      </dgm:t>
    </dgm:pt>
    <dgm:pt modelId="{7B2C4EFC-267E-4720-A04B-38F0232AC9B6}" type="sibTrans" cxnId="{8998E0E5-9DA2-4200-B037-2A779F7A6044}">
      <dgm:prSet/>
      <dgm:spPr/>
      <dgm:t>
        <a:bodyPr/>
        <a:lstStyle/>
        <a:p>
          <a:endParaRPr lang="en-US"/>
        </a:p>
      </dgm:t>
    </dgm:pt>
    <dgm:pt modelId="{997AC07E-76B3-46A2-8621-CA1DD9F18BFC}">
      <dgm:prSet/>
      <dgm:spPr/>
      <dgm:t>
        <a:bodyPr/>
        <a:lstStyle/>
        <a:p>
          <a:r>
            <a:rPr lang="en-US" b="1" i="0" baseline="0"/>
            <a:t>Sensor Tasks:</a:t>
          </a:r>
          <a:endParaRPr lang="en-US"/>
        </a:p>
      </dgm:t>
    </dgm:pt>
    <dgm:pt modelId="{F72BC122-0565-41FA-B1CA-1064E0A9E595}" type="parTrans" cxnId="{9AEE835F-E8E8-4A64-8F47-661AA8957AA6}">
      <dgm:prSet/>
      <dgm:spPr/>
      <dgm:t>
        <a:bodyPr/>
        <a:lstStyle/>
        <a:p>
          <a:endParaRPr lang="en-US"/>
        </a:p>
      </dgm:t>
    </dgm:pt>
    <dgm:pt modelId="{07689335-ACCD-4B15-ADCC-2355393E8156}" type="sibTrans" cxnId="{9AEE835F-E8E8-4A64-8F47-661AA8957AA6}">
      <dgm:prSet/>
      <dgm:spPr/>
      <dgm:t>
        <a:bodyPr/>
        <a:lstStyle/>
        <a:p>
          <a:endParaRPr lang="en-US"/>
        </a:p>
      </dgm:t>
    </dgm:pt>
    <dgm:pt modelId="{48E690A8-3EB6-4B80-A78A-B7EA90F9AD23}">
      <dgm:prSet/>
      <dgm:spPr/>
      <dgm:t>
        <a:bodyPr/>
        <a:lstStyle/>
        <a:p>
          <a:r>
            <a:rPr lang="en-US" b="1" i="0" baseline="0"/>
            <a:t>UltrasonicTask:</a:t>
          </a:r>
          <a:r>
            <a:rPr lang="en-US" b="0" i="0" baseline="0"/>
            <a:t> Samples distance and enqueues data.</a:t>
          </a:r>
          <a:endParaRPr lang="en-US"/>
        </a:p>
      </dgm:t>
    </dgm:pt>
    <dgm:pt modelId="{D8540656-0D2F-475F-857B-763CACF137EF}" type="parTrans" cxnId="{BEB5EE04-B8F2-419F-9C31-BEB08F74C2BA}">
      <dgm:prSet/>
      <dgm:spPr/>
      <dgm:t>
        <a:bodyPr/>
        <a:lstStyle/>
        <a:p>
          <a:endParaRPr lang="en-US"/>
        </a:p>
      </dgm:t>
    </dgm:pt>
    <dgm:pt modelId="{DDDEC2A2-2DC8-4ECB-B0AD-78A9983A27D3}" type="sibTrans" cxnId="{BEB5EE04-B8F2-419F-9C31-BEB08F74C2BA}">
      <dgm:prSet/>
      <dgm:spPr/>
      <dgm:t>
        <a:bodyPr/>
        <a:lstStyle/>
        <a:p>
          <a:endParaRPr lang="en-US"/>
        </a:p>
      </dgm:t>
    </dgm:pt>
    <dgm:pt modelId="{1DD26B6C-4313-4BFD-8800-C3F853593B41}">
      <dgm:prSet/>
      <dgm:spPr/>
      <dgm:t>
        <a:bodyPr/>
        <a:lstStyle/>
        <a:p>
          <a:r>
            <a:rPr lang="en-US" b="1" i="0" baseline="0"/>
            <a:t>TemperatureSensorTask:</a:t>
          </a:r>
          <a:r>
            <a:rPr lang="en-US" b="0" i="0" baseline="0"/>
            <a:t> Reads LM35 temperature and enqueues data.</a:t>
          </a:r>
          <a:endParaRPr lang="en-US"/>
        </a:p>
      </dgm:t>
    </dgm:pt>
    <dgm:pt modelId="{D5EC3FC6-B75F-4630-B2C3-D27F9C17C19E}" type="parTrans" cxnId="{15FD1842-6E53-497D-BA59-D02987594E26}">
      <dgm:prSet/>
      <dgm:spPr/>
      <dgm:t>
        <a:bodyPr/>
        <a:lstStyle/>
        <a:p>
          <a:endParaRPr lang="en-US"/>
        </a:p>
      </dgm:t>
    </dgm:pt>
    <dgm:pt modelId="{325ABDA7-38DC-4958-B60D-2123E00E5AFE}" type="sibTrans" cxnId="{15FD1842-6E53-497D-BA59-D02987594E26}">
      <dgm:prSet/>
      <dgm:spPr/>
      <dgm:t>
        <a:bodyPr/>
        <a:lstStyle/>
        <a:p>
          <a:endParaRPr lang="en-US"/>
        </a:p>
      </dgm:t>
    </dgm:pt>
    <dgm:pt modelId="{71D4195E-E5F8-4CD1-B89B-388F5BC0F692}">
      <dgm:prSet/>
      <dgm:spPr/>
      <dgm:t>
        <a:bodyPr/>
        <a:lstStyle/>
        <a:p>
          <a:r>
            <a:rPr lang="en-US" b="1" i="0" baseline="0"/>
            <a:t>Motor Task:</a:t>
          </a:r>
          <a:endParaRPr lang="en-US"/>
        </a:p>
      </dgm:t>
    </dgm:pt>
    <dgm:pt modelId="{83C0CE64-FCFF-4D80-8B78-CD9143A93040}" type="parTrans" cxnId="{9B605326-6454-4019-8AE2-3615A2749075}">
      <dgm:prSet/>
      <dgm:spPr/>
      <dgm:t>
        <a:bodyPr/>
        <a:lstStyle/>
        <a:p>
          <a:endParaRPr lang="en-US"/>
        </a:p>
      </dgm:t>
    </dgm:pt>
    <dgm:pt modelId="{74CC3948-02BF-483C-A78D-8FAD871DDF0B}" type="sibTrans" cxnId="{9B605326-6454-4019-8AE2-3615A2749075}">
      <dgm:prSet/>
      <dgm:spPr/>
      <dgm:t>
        <a:bodyPr/>
        <a:lstStyle/>
        <a:p>
          <a:endParaRPr lang="en-US"/>
        </a:p>
      </dgm:t>
    </dgm:pt>
    <dgm:pt modelId="{75DE48C0-C14F-4B68-B934-F873231022BF}">
      <dgm:prSet/>
      <dgm:spPr/>
      <dgm:t>
        <a:bodyPr/>
        <a:lstStyle/>
        <a:p>
          <a:r>
            <a:rPr lang="en-US" b="0" i="0" baseline="0" dirty="0"/>
            <a:t>Computes PWM duty cycle based on sensor inputs and safety limits.</a:t>
          </a:r>
          <a:endParaRPr lang="en-US" dirty="0"/>
        </a:p>
      </dgm:t>
    </dgm:pt>
    <dgm:pt modelId="{8B53AB01-4D5C-4F42-8126-F95581DBA64E}" type="parTrans" cxnId="{78C6A42E-D4BF-4E29-B243-A2EEA0E66D03}">
      <dgm:prSet/>
      <dgm:spPr/>
      <dgm:t>
        <a:bodyPr/>
        <a:lstStyle/>
        <a:p>
          <a:endParaRPr lang="en-US"/>
        </a:p>
      </dgm:t>
    </dgm:pt>
    <dgm:pt modelId="{BFCCACFE-6095-44EA-8294-0DFCFD3A489D}" type="sibTrans" cxnId="{78C6A42E-D4BF-4E29-B243-A2EEA0E66D03}">
      <dgm:prSet/>
      <dgm:spPr/>
      <dgm:t>
        <a:bodyPr/>
        <a:lstStyle/>
        <a:p>
          <a:endParaRPr lang="en-US"/>
        </a:p>
      </dgm:t>
    </dgm:pt>
    <dgm:pt modelId="{340B0AD3-318F-462C-81CA-56FE02D24AED}">
      <dgm:prSet/>
      <dgm:spPr/>
      <dgm:t>
        <a:bodyPr/>
        <a:lstStyle/>
        <a:p>
          <a:r>
            <a:rPr lang="en-US" b="0" i="0" baseline="0" dirty="0"/>
            <a:t>Sends motor commands via CAN or direct PWM outputs.</a:t>
          </a:r>
          <a:endParaRPr lang="en-US" dirty="0"/>
        </a:p>
      </dgm:t>
    </dgm:pt>
    <dgm:pt modelId="{1C7D64F0-9274-4E84-A98E-5C97EB90B054}" type="parTrans" cxnId="{EE69E359-B28C-4112-9A8D-A09E9D8C433F}">
      <dgm:prSet/>
      <dgm:spPr/>
      <dgm:t>
        <a:bodyPr/>
        <a:lstStyle/>
        <a:p>
          <a:endParaRPr lang="en-US"/>
        </a:p>
      </dgm:t>
    </dgm:pt>
    <dgm:pt modelId="{63A6D14E-BF89-4BC3-B240-282934FDE7DD}" type="sibTrans" cxnId="{EE69E359-B28C-4112-9A8D-A09E9D8C433F}">
      <dgm:prSet/>
      <dgm:spPr/>
      <dgm:t>
        <a:bodyPr/>
        <a:lstStyle/>
        <a:p>
          <a:endParaRPr lang="en-US"/>
        </a:p>
      </dgm:t>
    </dgm:pt>
    <dgm:pt modelId="{5026ADFF-1636-49BA-B953-52C3BF357084}">
      <dgm:prSet/>
      <dgm:spPr/>
      <dgm:t>
        <a:bodyPr/>
        <a:lstStyle/>
        <a:p>
          <a:r>
            <a:rPr lang="en-US" b="1" i="0" baseline="0"/>
            <a:t>Bluetooth Task:</a:t>
          </a:r>
          <a:endParaRPr lang="en-US"/>
        </a:p>
      </dgm:t>
    </dgm:pt>
    <dgm:pt modelId="{418EC0CE-F023-473A-930D-576B62BEBC21}" type="parTrans" cxnId="{E9431CFD-FD26-40F3-9E16-B65DF33381C1}">
      <dgm:prSet/>
      <dgm:spPr/>
      <dgm:t>
        <a:bodyPr/>
        <a:lstStyle/>
        <a:p>
          <a:endParaRPr lang="en-US"/>
        </a:p>
      </dgm:t>
    </dgm:pt>
    <dgm:pt modelId="{DD62AD6E-E303-4A2A-B5C8-1EC46EE49C6F}" type="sibTrans" cxnId="{E9431CFD-FD26-40F3-9E16-B65DF33381C1}">
      <dgm:prSet/>
      <dgm:spPr/>
      <dgm:t>
        <a:bodyPr/>
        <a:lstStyle/>
        <a:p>
          <a:endParaRPr lang="en-US"/>
        </a:p>
      </dgm:t>
    </dgm:pt>
    <dgm:pt modelId="{978827DA-E26C-4B82-8ACB-568F65FB6AB0}">
      <dgm:prSet/>
      <dgm:spPr/>
      <dgm:t>
        <a:bodyPr/>
        <a:lstStyle/>
        <a:p>
          <a:r>
            <a:rPr lang="en-US" b="0" i="0" baseline="0"/>
            <a:t>Receives remote commands (e.g., drive, stop) and forwards them to the Control Task.</a:t>
          </a:r>
          <a:endParaRPr lang="en-US"/>
        </a:p>
      </dgm:t>
    </dgm:pt>
    <dgm:pt modelId="{723AC425-28C0-49C8-93E4-E8E9BC1FE787}" type="parTrans" cxnId="{4093D8F4-170F-4A12-AA0F-C567FECDF6C3}">
      <dgm:prSet/>
      <dgm:spPr/>
      <dgm:t>
        <a:bodyPr/>
        <a:lstStyle/>
        <a:p>
          <a:endParaRPr lang="en-US"/>
        </a:p>
      </dgm:t>
    </dgm:pt>
    <dgm:pt modelId="{7696B611-9FC1-4F98-A2E1-AD6BE39EE4AF}" type="sibTrans" cxnId="{4093D8F4-170F-4A12-AA0F-C567FECDF6C3}">
      <dgm:prSet/>
      <dgm:spPr/>
      <dgm:t>
        <a:bodyPr/>
        <a:lstStyle/>
        <a:p>
          <a:endParaRPr lang="en-US"/>
        </a:p>
      </dgm:t>
    </dgm:pt>
    <dgm:pt modelId="{47856DC3-339B-44FE-9D96-C438C0FB91C2}">
      <dgm:prSet/>
      <dgm:spPr/>
      <dgm:t>
        <a:bodyPr/>
        <a:lstStyle/>
        <a:p>
          <a:r>
            <a:rPr lang="en-US" b="1" i="0" baseline="0"/>
            <a:t>CAN Communication:</a:t>
          </a:r>
          <a:endParaRPr lang="en-US"/>
        </a:p>
      </dgm:t>
    </dgm:pt>
    <dgm:pt modelId="{5D768591-27FD-472D-A094-ACCC3D44599C}" type="parTrans" cxnId="{DFA9DA2F-A1A3-4587-B6DD-DAD9F76B591E}">
      <dgm:prSet/>
      <dgm:spPr/>
      <dgm:t>
        <a:bodyPr/>
        <a:lstStyle/>
        <a:p>
          <a:endParaRPr lang="en-US"/>
        </a:p>
      </dgm:t>
    </dgm:pt>
    <dgm:pt modelId="{39D06459-AC64-4103-97FC-69844C9F2BE0}" type="sibTrans" cxnId="{DFA9DA2F-A1A3-4587-B6DD-DAD9F76B591E}">
      <dgm:prSet/>
      <dgm:spPr/>
      <dgm:t>
        <a:bodyPr/>
        <a:lstStyle/>
        <a:p>
          <a:endParaRPr lang="en-US"/>
        </a:p>
      </dgm:t>
    </dgm:pt>
    <dgm:pt modelId="{15317B86-718F-487D-87DA-F6F45C64D8F2}">
      <dgm:prSet/>
      <dgm:spPr/>
      <dgm:t>
        <a:bodyPr/>
        <a:lstStyle/>
        <a:p>
          <a:r>
            <a:rPr lang="en-US" b="1" i="0" baseline="0"/>
            <a:t>CAN Receive Task:</a:t>
          </a:r>
          <a:r>
            <a:rPr lang="en-US" b="0" i="0" baseline="0"/>
            <a:t> Captures incoming CAN frames (control commands, diagnostic requests, OTA triggers).</a:t>
          </a:r>
          <a:endParaRPr lang="en-US"/>
        </a:p>
      </dgm:t>
    </dgm:pt>
    <dgm:pt modelId="{A36C1FF5-211C-4914-B4B0-A322BD264F34}" type="parTrans" cxnId="{AF06C495-88BA-4208-A0A2-1B59F444F18B}">
      <dgm:prSet/>
      <dgm:spPr/>
      <dgm:t>
        <a:bodyPr/>
        <a:lstStyle/>
        <a:p>
          <a:endParaRPr lang="en-US"/>
        </a:p>
      </dgm:t>
    </dgm:pt>
    <dgm:pt modelId="{C8407041-974E-4499-BEE0-D570D9F94C89}" type="sibTrans" cxnId="{AF06C495-88BA-4208-A0A2-1B59F444F18B}">
      <dgm:prSet/>
      <dgm:spPr/>
      <dgm:t>
        <a:bodyPr/>
        <a:lstStyle/>
        <a:p>
          <a:endParaRPr lang="en-US"/>
        </a:p>
      </dgm:t>
    </dgm:pt>
    <dgm:pt modelId="{92E08C76-5868-4C62-ADEE-2EC8FEE4EA1F}">
      <dgm:prSet/>
      <dgm:spPr/>
      <dgm:t>
        <a:bodyPr/>
        <a:lstStyle/>
        <a:p>
          <a:r>
            <a:rPr lang="en-US" b="1" i="0" baseline="0"/>
            <a:t>CAN Transmit Task:</a:t>
          </a:r>
          <a:r>
            <a:rPr lang="en-US" b="0" i="0" baseline="0"/>
            <a:t> Sends sensor telemetry, diagnostic responses, and acknowledgments.</a:t>
          </a:r>
          <a:endParaRPr lang="en-US"/>
        </a:p>
      </dgm:t>
    </dgm:pt>
    <dgm:pt modelId="{EABE47AB-447C-4FFE-8FFF-C0D27BD57A53}" type="parTrans" cxnId="{261D0E43-7ACA-4693-A264-B5CF284367BB}">
      <dgm:prSet/>
      <dgm:spPr/>
      <dgm:t>
        <a:bodyPr/>
        <a:lstStyle/>
        <a:p>
          <a:endParaRPr lang="en-US"/>
        </a:p>
      </dgm:t>
    </dgm:pt>
    <dgm:pt modelId="{C6093C3D-8030-4683-A4BA-81494CFF7F2C}" type="sibTrans" cxnId="{261D0E43-7ACA-4693-A264-B5CF284367BB}">
      <dgm:prSet/>
      <dgm:spPr/>
      <dgm:t>
        <a:bodyPr/>
        <a:lstStyle/>
        <a:p>
          <a:endParaRPr lang="en-US"/>
        </a:p>
      </dgm:t>
    </dgm:pt>
    <dgm:pt modelId="{3C9208FE-818F-41C5-9A60-E28D2B4FB843}">
      <dgm:prSet/>
      <dgm:spPr/>
      <dgm:t>
        <a:bodyPr/>
        <a:lstStyle/>
        <a:p>
          <a:r>
            <a:rPr lang="en-US" b="1" i="0" baseline="0"/>
            <a:t>CAN Bus Integration:</a:t>
          </a:r>
          <a:endParaRPr lang="en-US"/>
        </a:p>
      </dgm:t>
    </dgm:pt>
    <dgm:pt modelId="{D1BD4269-1939-450A-93D1-21D4982769EA}" type="parTrans" cxnId="{143587DB-AC17-4B71-9A3F-627AEFEC0D4B}">
      <dgm:prSet/>
      <dgm:spPr/>
      <dgm:t>
        <a:bodyPr/>
        <a:lstStyle/>
        <a:p>
          <a:endParaRPr lang="en-US"/>
        </a:p>
      </dgm:t>
    </dgm:pt>
    <dgm:pt modelId="{9D2BA72F-066A-490F-A8BA-2E4765C73797}" type="sibTrans" cxnId="{143587DB-AC17-4B71-9A3F-627AEFEC0D4B}">
      <dgm:prSet/>
      <dgm:spPr/>
      <dgm:t>
        <a:bodyPr/>
        <a:lstStyle/>
        <a:p>
          <a:endParaRPr lang="en-US"/>
        </a:p>
      </dgm:t>
    </dgm:pt>
    <dgm:pt modelId="{E003EBC9-61F8-41AD-92B8-5BE5905A5DED}">
      <dgm:prSet/>
      <dgm:spPr/>
      <dgm:t>
        <a:bodyPr/>
        <a:lstStyle/>
        <a:p>
          <a:r>
            <a:rPr lang="en-US" b="0" i="0" baseline="0"/>
            <a:t>Shares the same bus at 500 kbps with Main ECU and Raspberry Pi’s MCP2515.</a:t>
          </a:r>
          <a:endParaRPr lang="en-US"/>
        </a:p>
      </dgm:t>
    </dgm:pt>
    <dgm:pt modelId="{BD03FFFD-BDB0-440B-80BD-CE9DF16E1889}" type="parTrans" cxnId="{5A2A7444-4D23-4371-94F2-F24E6D3DF899}">
      <dgm:prSet/>
      <dgm:spPr/>
      <dgm:t>
        <a:bodyPr/>
        <a:lstStyle/>
        <a:p>
          <a:endParaRPr lang="en-US"/>
        </a:p>
      </dgm:t>
    </dgm:pt>
    <dgm:pt modelId="{AFE645EE-6B4B-49DC-84AE-88B7888ADF8C}" type="sibTrans" cxnId="{5A2A7444-4D23-4371-94F2-F24E6D3DF899}">
      <dgm:prSet/>
      <dgm:spPr/>
      <dgm:t>
        <a:bodyPr/>
        <a:lstStyle/>
        <a:p>
          <a:endParaRPr lang="en-US"/>
        </a:p>
      </dgm:t>
    </dgm:pt>
    <dgm:pt modelId="{BE3F81F4-9C25-4290-BE40-19632E204892}" type="pres">
      <dgm:prSet presAssocID="{DB3714D4-51B5-4B82-AEA9-9C28685BAB65}" presName="linear" presStyleCnt="0">
        <dgm:presLayoutVars>
          <dgm:dir/>
          <dgm:animLvl val="lvl"/>
          <dgm:resizeHandles val="exact"/>
        </dgm:presLayoutVars>
      </dgm:prSet>
      <dgm:spPr/>
    </dgm:pt>
    <dgm:pt modelId="{621D7884-E307-4D4F-A82A-8E4B1C46D189}" type="pres">
      <dgm:prSet presAssocID="{4EA3FE00-C1EE-49D9-9E26-2B8CC9E7FC7E}" presName="parentLin" presStyleCnt="0"/>
      <dgm:spPr/>
    </dgm:pt>
    <dgm:pt modelId="{9F33107D-CC63-4983-B7F6-B7E1DB78D6CC}" type="pres">
      <dgm:prSet presAssocID="{4EA3FE00-C1EE-49D9-9E26-2B8CC9E7FC7E}" presName="parentLeftMargin" presStyleLbl="node1" presStyleIdx="0" presStyleCnt="2"/>
      <dgm:spPr/>
    </dgm:pt>
    <dgm:pt modelId="{95102FE6-721C-42CA-8246-714EC1D89F3F}" type="pres">
      <dgm:prSet presAssocID="{4EA3FE00-C1EE-49D9-9E26-2B8CC9E7FC7E}" presName="parentText" presStyleLbl="node1" presStyleIdx="0" presStyleCnt="2">
        <dgm:presLayoutVars>
          <dgm:chMax val="0"/>
          <dgm:bulletEnabled val="1"/>
        </dgm:presLayoutVars>
      </dgm:prSet>
      <dgm:spPr/>
    </dgm:pt>
    <dgm:pt modelId="{4803646E-F046-4F8F-8430-AD7B3735DB5C}" type="pres">
      <dgm:prSet presAssocID="{4EA3FE00-C1EE-49D9-9E26-2B8CC9E7FC7E}" presName="negativeSpace" presStyleCnt="0"/>
      <dgm:spPr/>
    </dgm:pt>
    <dgm:pt modelId="{24498390-9E37-4207-93B2-20FA34E99345}" type="pres">
      <dgm:prSet presAssocID="{4EA3FE00-C1EE-49D9-9E26-2B8CC9E7FC7E}" presName="childText" presStyleLbl="conFgAcc1" presStyleIdx="0" presStyleCnt="2">
        <dgm:presLayoutVars>
          <dgm:bulletEnabled val="1"/>
        </dgm:presLayoutVars>
      </dgm:prSet>
      <dgm:spPr/>
    </dgm:pt>
    <dgm:pt modelId="{1435DF35-35CB-439D-80A7-ECEC1C255B5A}" type="pres">
      <dgm:prSet presAssocID="{281249D0-BE09-4D61-8076-60B1AC0EC868}" presName="spaceBetweenRectangles" presStyleCnt="0"/>
      <dgm:spPr/>
    </dgm:pt>
    <dgm:pt modelId="{8735D2CC-370F-4A07-A1CA-8CA372FD5048}" type="pres">
      <dgm:prSet presAssocID="{A705B9EC-7C95-47C5-8727-6FD31767933F}" presName="parentLin" presStyleCnt="0"/>
      <dgm:spPr/>
    </dgm:pt>
    <dgm:pt modelId="{B503D25D-994C-4AAA-BA92-C7DD05BE0CF3}" type="pres">
      <dgm:prSet presAssocID="{A705B9EC-7C95-47C5-8727-6FD31767933F}" presName="parentLeftMargin" presStyleLbl="node1" presStyleIdx="0" presStyleCnt="2"/>
      <dgm:spPr/>
    </dgm:pt>
    <dgm:pt modelId="{10E7FDF3-2E53-4A19-9F98-7EAACCF4D206}" type="pres">
      <dgm:prSet presAssocID="{A705B9EC-7C95-47C5-8727-6FD31767933F}" presName="parentText" presStyleLbl="node1" presStyleIdx="1" presStyleCnt="2">
        <dgm:presLayoutVars>
          <dgm:chMax val="0"/>
          <dgm:bulletEnabled val="1"/>
        </dgm:presLayoutVars>
      </dgm:prSet>
      <dgm:spPr/>
    </dgm:pt>
    <dgm:pt modelId="{C6549152-A4B7-4F92-BD4A-3916692D0AF0}" type="pres">
      <dgm:prSet presAssocID="{A705B9EC-7C95-47C5-8727-6FD31767933F}" presName="negativeSpace" presStyleCnt="0"/>
      <dgm:spPr/>
    </dgm:pt>
    <dgm:pt modelId="{FA19CAE1-8F06-4E4A-B96C-223C4D002592}" type="pres">
      <dgm:prSet presAssocID="{A705B9EC-7C95-47C5-8727-6FD31767933F}" presName="childText" presStyleLbl="conFgAcc1" presStyleIdx="1" presStyleCnt="2" custLinFactNeighborX="3772" custLinFactNeighborY="-15896">
        <dgm:presLayoutVars>
          <dgm:bulletEnabled val="1"/>
        </dgm:presLayoutVars>
      </dgm:prSet>
      <dgm:spPr/>
    </dgm:pt>
  </dgm:ptLst>
  <dgm:cxnLst>
    <dgm:cxn modelId="{BEB5EE04-B8F2-419F-9C31-BEB08F74C2BA}" srcId="{997AC07E-76B3-46A2-8621-CA1DD9F18BFC}" destId="{48E690A8-3EB6-4B80-A78A-B7EA90F9AD23}" srcOrd="0" destOrd="0" parTransId="{D8540656-0D2F-475F-857B-763CACF137EF}" sibTransId="{DDDEC2A2-2DC8-4ECB-B0AD-78A9983A27D3}"/>
    <dgm:cxn modelId="{408EFF0A-BCC5-4FD3-9062-B7696035B737}" type="presOf" srcId="{4EA3FE00-C1EE-49D9-9E26-2B8CC9E7FC7E}" destId="{9F33107D-CC63-4983-B7F6-B7E1DB78D6CC}" srcOrd="0" destOrd="0" presId="urn:microsoft.com/office/officeart/2005/8/layout/list1"/>
    <dgm:cxn modelId="{12D1B610-CF6E-4BBB-A3EF-15576DE5BAC3}" type="presOf" srcId="{3C9208FE-818F-41C5-9A60-E28D2B4FB843}" destId="{FA19CAE1-8F06-4E4A-B96C-223C4D002592}" srcOrd="0" destOrd="11" presId="urn:microsoft.com/office/officeart/2005/8/layout/list1"/>
    <dgm:cxn modelId="{9B605326-6454-4019-8AE2-3615A2749075}" srcId="{A705B9EC-7C95-47C5-8727-6FD31767933F}" destId="{71D4195E-E5F8-4CD1-B89B-388F5BC0F692}" srcOrd="1" destOrd="0" parTransId="{83C0CE64-FCFF-4D80-8B78-CD9143A93040}" sibTransId="{74CC3948-02BF-483C-A78D-8FAD871DDF0B}"/>
    <dgm:cxn modelId="{ECC9B92A-D6EF-4C3A-BA90-9DC42ECFCAFC}" type="presOf" srcId="{6B9D5C23-CBA5-44BE-ABA9-1D5C89895018}" destId="{24498390-9E37-4207-93B2-20FA34E99345}" srcOrd="0" destOrd="0" presId="urn:microsoft.com/office/officeart/2005/8/layout/list1"/>
    <dgm:cxn modelId="{27B7552E-BB53-4A86-A367-A409A583AC0E}" type="presOf" srcId="{92E08C76-5868-4C62-ADEE-2EC8FEE4EA1F}" destId="{FA19CAE1-8F06-4E4A-B96C-223C4D002592}" srcOrd="0" destOrd="10" presId="urn:microsoft.com/office/officeart/2005/8/layout/list1"/>
    <dgm:cxn modelId="{78C6A42E-D4BF-4E29-B243-A2EEA0E66D03}" srcId="{71D4195E-E5F8-4CD1-B89B-388F5BC0F692}" destId="{75DE48C0-C14F-4B68-B934-F873231022BF}" srcOrd="0" destOrd="0" parTransId="{8B53AB01-4D5C-4F42-8126-F95581DBA64E}" sibTransId="{BFCCACFE-6095-44EA-8294-0DFCFD3A489D}"/>
    <dgm:cxn modelId="{DFA9DA2F-A1A3-4587-B6DD-DAD9F76B591E}" srcId="{A705B9EC-7C95-47C5-8727-6FD31767933F}" destId="{47856DC3-339B-44FE-9D96-C438C0FB91C2}" srcOrd="3" destOrd="0" parTransId="{5D768591-27FD-472D-A094-ACCC3D44599C}" sibTransId="{39D06459-AC64-4103-97FC-69844C9F2BE0}"/>
    <dgm:cxn modelId="{DDA32C5F-9940-4238-9B2B-6076DBA4FA94}" type="presOf" srcId="{47856DC3-339B-44FE-9D96-C438C0FB91C2}" destId="{FA19CAE1-8F06-4E4A-B96C-223C4D002592}" srcOrd="0" destOrd="8" presId="urn:microsoft.com/office/officeart/2005/8/layout/list1"/>
    <dgm:cxn modelId="{9AEE835F-E8E8-4A64-8F47-661AA8957AA6}" srcId="{A705B9EC-7C95-47C5-8727-6FD31767933F}" destId="{997AC07E-76B3-46A2-8621-CA1DD9F18BFC}" srcOrd="0" destOrd="0" parTransId="{F72BC122-0565-41FA-B1CA-1064E0A9E595}" sibTransId="{07689335-ACCD-4B15-ADCC-2355393E8156}"/>
    <dgm:cxn modelId="{02EC6860-8907-41A2-9B3D-8EA23636F50A}" type="presOf" srcId="{15317B86-718F-487D-87DA-F6F45C64D8F2}" destId="{FA19CAE1-8F06-4E4A-B96C-223C4D002592}" srcOrd="0" destOrd="9" presId="urn:microsoft.com/office/officeart/2005/8/layout/list1"/>
    <dgm:cxn modelId="{15FD1842-6E53-497D-BA59-D02987594E26}" srcId="{997AC07E-76B3-46A2-8621-CA1DD9F18BFC}" destId="{1DD26B6C-4313-4BFD-8800-C3F853593B41}" srcOrd="1" destOrd="0" parTransId="{D5EC3FC6-B75F-4630-B2C3-D27F9C17C19E}" sibTransId="{325ABDA7-38DC-4958-B60D-2123E00E5AFE}"/>
    <dgm:cxn modelId="{261D0E43-7ACA-4693-A264-B5CF284367BB}" srcId="{47856DC3-339B-44FE-9D96-C438C0FB91C2}" destId="{92E08C76-5868-4C62-ADEE-2EC8FEE4EA1F}" srcOrd="1" destOrd="0" parTransId="{EABE47AB-447C-4FFE-8FFF-C0D27BD57A53}" sibTransId="{C6093C3D-8030-4683-A4BA-81494CFF7F2C}"/>
    <dgm:cxn modelId="{5A2A7444-4D23-4371-94F2-F24E6D3DF899}" srcId="{3C9208FE-818F-41C5-9A60-E28D2B4FB843}" destId="{E003EBC9-61F8-41AD-92B8-5BE5905A5DED}" srcOrd="0" destOrd="0" parTransId="{BD03FFFD-BDB0-440B-80BD-CE9DF16E1889}" sibTransId="{AFE645EE-6B4B-49DC-84AE-88B7888ADF8C}"/>
    <dgm:cxn modelId="{D8707847-43D6-430D-9CE0-6865D3FDB411}" srcId="{4EA3FE00-C1EE-49D9-9E26-2B8CC9E7FC7E}" destId="{6B9D5C23-CBA5-44BE-ABA9-1D5C89895018}" srcOrd="0" destOrd="0" parTransId="{8432B475-2064-41B6-B2C6-0EBB98F25006}" sibTransId="{A33C0A6B-94E2-43A8-B67B-A8023DC62393}"/>
    <dgm:cxn modelId="{9C3DD269-4BBD-4468-BF4A-E905E3ED4232}" type="presOf" srcId="{5026ADFF-1636-49BA-B953-52C3BF357084}" destId="{FA19CAE1-8F06-4E4A-B96C-223C4D002592}" srcOrd="0" destOrd="6" presId="urn:microsoft.com/office/officeart/2005/8/layout/list1"/>
    <dgm:cxn modelId="{BBB26C6D-AB28-4E24-8E5D-6B9DD83CCCEC}" type="presOf" srcId="{DB3714D4-51B5-4B82-AEA9-9C28685BAB65}" destId="{BE3F81F4-9C25-4290-BE40-19632E204892}" srcOrd="0" destOrd="0" presId="urn:microsoft.com/office/officeart/2005/8/layout/list1"/>
    <dgm:cxn modelId="{5F84C74D-B237-4440-A0C9-4C9371E0FD39}" type="presOf" srcId="{A705B9EC-7C95-47C5-8727-6FD31767933F}" destId="{B503D25D-994C-4AAA-BA92-C7DD05BE0CF3}" srcOrd="0" destOrd="0" presId="urn:microsoft.com/office/officeart/2005/8/layout/list1"/>
    <dgm:cxn modelId="{F0C6296F-A626-4E56-A7CF-53ACAA532B8F}" type="presOf" srcId="{1DD26B6C-4313-4BFD-8800-C3F853593B41}" destId="{FA19CAE1-8F06-4E4A-B96C-223C4D002592}" srcOrd="0" destOrd="2" presId="urn:microsoft.com/office/officeart/2005/8/layout/list1"/>
    <dgm:cxn modelId="{946A5676-3C2D-4AE3-8ADF-51488B32D73C}" srcId="{DB3714D4-51B5-4B82-AEA9-9C28685BAB65}" destId="{4EA3FE00-C1EE-49D9-9E26-2B8CC9E7FC7E}" srcOrd="0" destOrd="0" parTransId="{CF6B2815-713B-4499-8C27-380C89308495}" sibTransId="{281249D0-BE09-4D61-8076-60B1AC0EC868}"/>
    <dgm:cxn modelId="{EE69E359-B28C-4112-9A8D-A09E9D8C433F}" srcId="{71D4195E-E5F8-4CD1-B89B-388F5BC0F692}" destId="{340B0AD3-318F-462C-81CA-56FE02D24AED}" srcOrd="1" destOrd="0" parTransId="{1C7D64F0-9274-4E84-A98E-5C97EB90B054}" sibTransId="{63A6D14E-BF89-4BC3-B240-282934FDE7DD}"/>
    <dgm:cxn modelId="{BC909687-C69B-4693-9833-3E0FFD924E44}" type="presOf" srcId="{71D4195E-E5F8-4CD1-B89B-388F5BC0F692}" destId="{FA19CAE1-8F06-4E4A-B96C-223C4D002592}" srcOrd="0" destOrd="3" presId="urn:microsoft.com/office/officeart/2005/8/layout/list1"/>
    <dgm:cxn modelId="{F6C3C78A-5CF6-42E9-91A2-491E9253DCE9}" type="presOf" srcId="{E003EBC9-61F8-41AD-92B8-5BE5905A5DED}" destId="{FA19CAE1-8F06-4E4A-B96C-223C4D002592}" srcOrd="0" destOrd="12" presId="urn:microsoft.com/office/officeart/2005/8/layout/list1"/>
    <dgm:cxn modelId="{AF06C495-88BA-4208-A0A2-1B59F444F18B}" srcId="{47856DC3-339B-44FE-9D96-C438C0FB91C2}" destId="{15317B86-718F-487D-87DA-F6F45C64D8F2}" srcOrd="0" destOrd="0" parTransId="{A36C1FF5-211C-4914-B4B0-A322BD264F34}" sibTransId="{C8407041-974E-4499-BEE0-D570D9F94C89}"/>
    <dgm:cxn modelId="{8555BD9C-91E6-44FD-9B72-6C44872A1621}" type="presOf" srcId="{A705B9EC-7C95-47C5-8727-6FD31767933F}" destId="{10E7FDF3-2E53-4A19-9F98-7EAACCF4D206}" srcOrd="1" destOrd="0" presId="urn:microsoft.com/office/officeart/2005/8/layout/list1"/>
    <dgm:cxn modelId="{BA8A38A5-CD5D-443E-9188-01F143C6CB95}" type="presOf" srcId="{75DE48C0-C14F-4B68-B934-F873231022BF}" destId="{FA19CAE1-8F06-4E4A-B96C-223C4D002592}" srcOrd="0" destOrd="4" presId="urn:microsoft.com/office/officeart/2005/8/layout/list1"/>
    <dgm:cxn modelId="{C20D9BB6-3A72-47F1-B496-2BB51B89EB3C}" type="presOf" srcId="{4EA3FE00-C1EE-49D9-9E26-2B8CC9E7FC7E}" destId="{95102FE6-721C-42CA-8246-714EC1D89F3F}" srcOrd="1" destOrd="0" presId="urn:microsoft.com/office/officeart/2005/8/layout/list1"/>
    <dgm:cxn modelId="{8940C1C1-A865-4D36-A337-D33C94A97A51}" type="presOf" srcId="{997AC07E-76B3-46A2-8621-CA1DD9F18BFC}" destId="{FA19CAE1-8F06-4E4A-B96C-223C4D002592}" srcOrd="0" destOrd="0" presId="urn:microsoft.com/office/officeart/2005/8/layout/list1"/>
    <dgm:cxn modelId="{143587DB-AC17-4B71-9A3F-627AEFEC0D4B}" srcId="{A705B9EC-7C95-47C5-8727-6FD31767933F}" destId="{3C9208FE-818F-41C5-9A60-E28D2B4FB843}" srcOrd="4" destOrd="0" parTransId="{D1BD4269-1939-450A-93D1-21D4982769EA}" sibTransId="{9D2BA72F-066A-490F-A8BA-2E4765C73797}"/>
    <dgm:cxn modelId="{A434CCDD-F99A-4910-9260-D4DF6565BA05}" type="presOf" srcId="{340B0AD3-318F-462C-81CA-56FE02D24AED}" destId="{FA19CAE1-8F06-4E4A-B96C-223C4D002592}" srcOrd="0" destOrd="5" presId="urn:microsoft.com/office/officeart/2005/8/layout/list1"/>
    <dgm:cxn modelId="{12D784E5-25D6-4C49-958D-1DC724BF24BC}" type="presOf" srcId="{978827DA-E26C-4B82-8ACB-568F65FB6AB0}" destId="{FA19CAE1-8F06-4E4A-B96C-223C4D002592}" srcOrd="0" destOrd="7" presId="urn:microsoft.com/office/officeart/2005/8/layout/list1"/>
    <dgm:cxn modelId="{8998E0E5-9DA2-4200-B037-2A779F7A6044}" srcId="{DB3714D4-51B5-4B82-AEA9-9C28685BAB65}" destId="{A705B9EC-7C95-47C5-8727-6FD31767933F}" srcOrd="1" destOrd="0" parTransId="{0B9EF006-E9E0-41C7-BE6D-A76098E8121E}" sibTransId="{7B2C4EFC-267E-4720-A04B-38F0232AC9B6}"/>
    <dgm:cxn modelId="{4093D8F4-170F-4A12-AA0F-C567FECDF6C3}" srcId="{5026ADFF-1636-49BA-B953-52C3BF357084}" destId="{978827DA-E26C-4B82-8ACB-568F65FB6AB0}" srcOrd="0" destOrd="0" parTransId="{723AC425-28C0-49C8-93E4-E8E9BC1FE787}" sibTransId="{7696B611-9FC1-4F98-A2E1-AD6BE39EE4AF}"/>
    <dgm:cxn modelId="{42DD38FC-B3BD-4C8B-8E28-4B048DC16D47}" type="presOf" srcId="{48E690A8-3EB6-4B80-A78A-B7EA90F9AD23}" destId="{FA19CAE1-8F06-4E4A-B96C-223C4D002592}" srcOrd="0" destOrd="1" presId="urn:microsoft.com/office/officeart/2005/8/layout/list1"/>
    <dgm:cxn modelId="{E9431CFD-FD26-40F3-9E16-B65DF33381C1}" srcId="{A705B9EC-7C95-47C5-8727-6FD31767933F}" destId="{5026ADFF-1636-49BA-B953-52C3BF357084}" srcOrd="2" destOrd="0" parTransId="{418EC0CE-F023-473A-930D-576B62BEBC21}" sibTransId="{DD62AD6E-E303-4A2A-B5C8-1EC46EE49C6F}"/>
    <dgm:cxn modelId="{3B45764B-5FB9-4E26-88DF-75177AE802D4}" type="presParOf" srcId="{BE3F81F4-9C25-4290-BE40-19632E204892}" destId="{621D7884-E307-4D4F-A82A-8E4B1C46D189}" srcOrd="0" destOrd="0" presId="urn:microsoft.com/office/officeart/2005/8/layout/list1"/>
    <dgm:cxn modelId="{A4680C52-18DD-4F82-93EC-0E7FE9F38AB1}" type="presParOf" srcId="{621D7884-E307-4D4F-A82A-8E4B1C46D189}" destId="{9F33107D-CC63-4983-B7F6-B7E1DB78D6CC}" srcOrd="0" destOrd="0" presId="urn:microsoft.com/office/officeart/2005/8/layout/list1"/>
    <dgm:cxn modelId="{A7BA947E-066E-408D-BC21-3BF515551D30}" type="presParOf" srcId="{621D7884-E307-4D4F-A82A-8E4B1C46D189}" destId="{95102FE6-721C-42CA-8246-714EC1D89F3F}" srcOrd="1" destOrd="0" presId="urn:microsoft.com/office/officeart/2005/8/layout/list1"/>
    <dgm:cxn modelId="{303E038C-7B35-45A5-BB91-642FC8FEE688}" type="presParOf" srcId="{BE3F81F4-9C25-4290-BE40-19632E204892}" destId="{4803646E-F046-4F8F-8430-AD7B3735DB5C}" srcOrd="1" destOrd="0" presId="urn:microsoft.com/office/officeart/2005/8/layout/list1"/>
    <dgm:cxn modelId="{DF484FB4-98C3-4173-83BD-2E472C799F32}" type="presParOf" srcId="{BE3F81F4-9C25-4290-BE40-19632E204892}" destId="{24498390-9E37-4207-93B2-20FA34E99345}" srcOrd="2" destOrd="0" presId="urn:microsoft.com/office/officeart/2005/8/layout/list1"/>
    <dgm:cxn modelId="{931C64D3-E5BC-4E86-86AE-AD2EA6504577}" type="presParOf" srcId="{BE3F81F4-9C25-4290-BE40-19632E204892}" destId="{1435DF35-35CB-439D-80A7-ECEC1C255B5A}" srcOrd="3" destOrd="0" presId="urn:microsoft.com/office/officeart/2005/8/layout/list1"/>
    <dgm:cxn modelId="{072C8C35-6A31-4832-A0C2-D0A392DE5554}" type="presParOf" srcId="{BE3F81F4-9C25-4290-BE40-19632E204892}" destId="{8735D2CC-370F-4A07-A1CA-8CA372FD5048}" srcOrd="4" destOrd="0" presId="urn:microsoft.com/office/officeart/2005/8/layout/list1"/>
    <dgm:cxn modelId="{0FA42739-468C-435A-A142-554204FCEF46}" type="presParOf" srcId="{8735D2CC-370F-4A07-A1CA-8CA372FD5048}" destId="{B503D25D-994C-4AAA-BA92-C7DD05BE0CF3}" srcOrd="0" destOrd="0" presId="urn:microsoft.com/office/officeart/2005/8/layout/list1"/>
    <dgm:cxn modelId="{E8B44451-6706-481E-B06E-918D6AB05D32}" type="presParOf" srcId="{8735D2CC-370F-4A07-A1CA-8CA372FD5048}" destId="{10E7FDF3-2E53-4A19-9F98-7EAACCF4D206}" srcOrd="1" destOrd="0" presId="urn:microsoft.com/office/officeart/2005/8/layout/list1"/>
    <dgm:cxn modelId="{5713E115-9072-403F-9BFE-816F61330279}" type="presParOf" srcId="{BE3F81F4-9C25-4290-BE40-19632E204892}" destId="{C6549152-A4B7-4F92-BD4A-3916692D0AF0}" srcOrd="5" destOrd="0" presId="urn:microsoft.com/office/officeart/2005/8/layout/list1"/>
    <dgm:cxn modelId="{DF56509E-2E62-4AF7-B9B0-41C875019C3C}" type="presParOf" srcId="{BE3F81F4-9C25-4290-BE40-19632E204892}" destId="{FA19CAE1-8F06-4E4A-B96C-223C4D002592}"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269728F-0DB2-47C5-A6DA-D9469DDBFE2E}"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F983698E-F189-4420-BE5D-CBEE60F6F9AC}">
      <dgm:prSet/>
      <dgm:spPr/>
      <dgm:t>
        <a:bodyPr/>
        <a:lstStyle/>
        <a:p>
          <a:r>
            <a:rPr lang="en-US" b="1" i="0" baseline="0"/>
            <a:t>Primary Role:</a:t>
          </a:r>
          <a:endParaRPr lang="en-US"/>
        </a:p>
      </dgm:t>
    </dgm:pt>
    <dgm:pt modelId="{3A99C57B-58FD-45C3-9D0E-21F3E56EF523}" type="parTrans" cxnId="{237EAA6E-BD80-4D7B-ABF1-176D1F67DD43}">
      <dgm:prSet/>
      <dgm:spPr/>
      <dgm:t>
        <a:bodyPr/>
        <a:lstStyle/>
        <a:p>
          <a:endParaRPr lang="en-US"/>
        </a:p>
      </dgm:t>
    </dgm:pt>
    <dgm:pt modelId="{605F4D30-000C-45C0-8DF4-ECD8B88B3B36}" type="sibTrans" cxnId="{237EAA6E-BD80-4D7B-ABF1-176D1F67DD43}">
      <dgm:prSet/>
      <dgm:spPr/>
      <dgm:t>
        <a:bodyPr/>
        <a:lstStyle/>
        <a:p>
          <a:endParaRPr lang="en-US"/>
        </a:p>
      </dgm:t>
    </dgm:pt>
    <dgm:pt modelId="{CF9BC02E-FD80-4313-8342-BD256828590D}">
      <dgm:prSet/>
      <dgm:spPr/>
      <dgm:t>
        <a:bodyPr/>
        <a:lstStyle/>
        <a:p>
          <a:r>
            <a:rPr lang="en-US" b="0" i="0" baseline="0" dirty="0"/>
            <a:t>Acts as the user interface hub, OTA client, and CAN network gateway.</a:t>
          </a:r>
          <a:endParaRPr lang="en-US" dirty="0"/>
        </a:p>
      </dgm:t>
    </dgm:pt>
    <dgm:pt modelId="{0E6A31A9-1AC4-40A0-BE40-1544D308F51A}" type="parTrans" cxnId="{FACC1DE5-8699-46AD-BD2F-0AD2F3D2CEAA}">
      <dgm:prSet/>
      <dgm:spPr/>
      <dgm:t>
        <a:bodyPr/>
        <a:lstStyle/>
        <a:p>
          <a:endParaRPr lang="en-US"/>
        </a:p>
      </dgm:t>
    </dgm:pt>
    <dgm:pt modelId="{29C75D75-C5D2-4FEA-9602-93A96563F64E}" type="sibTrans" cxnId="{FACC1DE5-8699-46AD-BD2F-0AD2F3D2CEAA}">
      <dgm:prSet/>
      <dgm:spPr/>
      <dgm:t>
        <a:bodyPr/>
        <a:lstStyle/>
        <a:p>
          <a:endParaRPr lang="en-US"/>
        </a:p>
      </dgm:t>
    </dgm:pt>
    <dgm:pt modelId="{15ED3A93-FE59-46A5-99F9-AC47C96B90FD}">
      <dgm:prSet/>
      <dgm:spPr/>
      <dgm:t>
        <a:bodyPr/>
        <a:lstStyle/>
        <a:p>
          <a:r>
            <a:rPr lang="en-US" b="1" i="0" baseline="0" dirty="0"/>
            <a:t>Hardware &amp; Software Stack: </a:t>
          </a:r>
          <a:r>
            <a:rPr lang="en-US" b="0" i="0" baseline="0" dirty="0"/>
            <a:t>Raspberry Pi 4 (2 GB RAM) with MCP2515 CAN transceiver</a:t>
          </a:r>
          <a:endParaRPr lang="en-US" dirty="0"/>
        </a:p>
      </dgm:t>
    </dgm:pt>
    <dgm:pt modelId="{3837963B-2FFF-4E22-98C9-3E93648CA62D}" type="parTrans" cxnId="{15D049CC-944A-43C9-81CA-A3DE73DA0C0D}">
      <dgm:prSet/>
      <dgm:spPr/>
      <dgm:t>
        <a:bodyPr/>
        <a:lstStyle/>
        <a:p>
          <a:endParaRPr lang="en-US"/>
        </a:p>
      </dgm:t>
    </dgm:pt>
    <dgm:pt modelId="{01065844-B0FB-4934-99C7-AD411707DD6B}" type="sibTrans" cxnId="{15D049CC-944A-43C9-81CA-A3DE73DA0C0D}">
      <dgm:prSet/>
      <dgm:spPr/>
      <dgm:t>
        <a:bodyPr/>
        <a:lstStyle/>
        <a:p>
          <a:endParaRPr lang="en-US"/>
        </a:p>
      </dgm:t>
    </dgm:pt>
    <dgm:pt modelId="{2869FB74-C525-4EAC-8D23-D60252B0EE3F}">
      <dgm:prSet/>
      <dgm:spPr/>
      <dgm:t>
        <a:bodyPr/>
        <a:lstStyle/>
        <a:p>
          <a:r>
            <a:rPr lang="en-US" b="1" i="0" baseline="0"/>
            <a:t>Operating System:</a:t>
          </a:r>
          <a:r>
            <a:rPr lang="en-US" b="0" i="0" baseline="0"/>
            <a:t> Raspberry Pi OS</a:t>
          </a:r>
          <a:endParaRPr lang="en-US"/>
        </a:p>
      </dgm:t>
    </dgm:pt>
    <dgm:pt modelId="{8103EB78-4C98-4191-A0F7-46590A56E0E1}" type="parTrans" cxnId="{FB003D8C-78A3-4EDC-A668-6D03529E13A8}">
      <dgm:prSet/>
      <dgm:spPr/>
      <dgm:t>
        <a:bodyPr/>
        <a:lstStyle/>
        <a:p>
          <a:endParaRPr lang="en-US"/>
        </a:p>
      </dgm:t>
    </dgm:pt>
    <dgm:pt modelId="{1F18E27A-6D80-4751-8ACE-6E32BBFE74E4}" type="sibTrans" cxnId="{FB003D8C-78A3-4EDC-A668-6D03529E13A8}">
      <dgm:prSet/>
      <dgm:spPr/>
      <dgm:t>
        <a:bodyPr/>
        <a:lstStyle/>
        <a:p>
          <a:endParaRPr lang="en-US"/>
        </a:p>
      </dgm:t>
    </dgm:pt>
    <dgm:pt modelId="{FA73B8B5-F4CD-4743-9098-D5EB97784CF8}">
      <dgm:prSet/>
      <dgm:spPr/>
      <dgm:t>
        <a:bodyPr/>
        <a:lstStyle/>
        <a:p>
          <a:r>
            <a:rPr lang="en-US" b="1" i="0" baseline="0"/>
            <a:t>CAN Interface:</a:t>
          </a:r>
          <a:r>
            <a:rPr lang="en-US" b="0" i="0" baseline="0"/>
            <a:t> SocketCAN driver configured at 500 kbps</a:t>
          </a:r>
          <a:endParaRPr lang="en-US"/>
        </a:p>
      </dgm:t>
    </dgm:pt>
    <dgm:pt modelId="{5702984B-78FE-4C65-B554-B9AD394EF0CA}" type="parTrans" cxnId="{AD32B4B1-312A-43B4-B414-0ACEF3546EC6}">
      <dgm:prSet/>
      <dgm:spPr/>
      <dgm:t>
        <a:bodyPr/>
        <a:lstStyle/>
        <a:p>
          <a:endParaRPr lang="en-US"/>
        </a:p>
      </dgm:t>
    </dgm:pt>
    <dgm:pt modelId="{1FC40BD7-D56F-49C0-A530-171641374469}" type="sibTrans" cxnId="{AD32B4B1-312A-43B4-B414-0ACEF3546EC6}">
      <dgm:prSet/>
      <dgm:spPr/>
      <dgm:t>
        <a:bodyPr/>
        <a:lstStyle/>
        <a:p>
          <a:endParaRPr lang="en-US"/>
        </a:p>
      </dgm:t>
    </dgm:pt>
    <dgm:pt modelId="{C22F0D7F-82DB-44C8-BA4A-10AED8123A7D}">
      <dgm:prSet/>
      <dgm:spPr/>
      <dgm:t>
        <a:bodyPr/>
        <a:lstStyle/>
        <a:p>
          <a:r>
            <a:rPr lang="en-US" b="1" i="0" baseline="0"/>
            <a:t>Web Server:</a:t>
          </a:r>
          <a:r>
            <a:rPr lang="en-US" b="0" i="0" baseline="0"/>
            <a:t> Flask application serving HTML/CSS/JS dashboard</a:t>
          </a:r>
          <a:endParaRPr lang="en-US"/>
        </a:p>
      </dgm:t>
    </dgm:pt>
    <dgm:pt modelId="{FC95283E-DDF1-4CA8-BE1A-4B5254ADC031}" type="parTrans" cxnId="{1A8C7C29-B00B-45C5-9AA6-3D563DA36FAA}">
      <dgm:prSet/>
      <dgm:spPr/>
      <dgm:t>
        <a:bodyPr/>
        <a:lstStyle/>
        <a:p>
          <a:endParaRPr lang="en-US"/>
        </a:p>
      </dgm:t>
    </dgm:pt>
    <dgm:pt modelId="{5BC8D7E0-742A-4906-81EA-EE1CCEE890AF}" type="sibTrans" cxnId="{1A8C7C29-B00B-45C5-9AA6-3D563DA36FAA}">
      <dgm:prSet/>
      <dgm:spPr/>
      <dgm:t>
        <a:bodyPr/>
        <a:lstStyle/>
        <a:p>
          <a:endParaRPr lang="en-US"/>
        </a:p>
      </dgm:t>
    </dgm:pt>
    <dgm:pt modelId="{4ADC7998-861B-4412-B216-8655D4ED8786}">
      <dgm:prSet/>
      <dgm:spPr/>
      <dgm:t>
        <a:bodyPr/>
        <a:lstStyle/>
        <a:p>
          <a:r>
            <a:rPr lang="en-US" b="1" i="0" baseline="0"/>
            <a:t>Real‑Time Updates:</a:t>
          </a:r>
          <a:r>
            <a:rPr lang="en-US" b="0" i="0" baseline="0"/>
            <a:t> Server‑Sent Events (SSE) for live telemetry</a:t>
          </a:r>
          <a:endParaRPr lang="en-US"/>
        </a:p>
      </dgm:t>
    </dgm:pt>
    <dgm:pt modelId="{EA1E7444-3C42-4685-A5D1-E44501F48400}" type="parTrans" cxnId="{033C75FB-6761-4492-90D5-274CEDDF90E5}">
      <dgm:prSet/>
      <dgm:spPr/>
      <dgm:t>
        <a:bodyPr/>
        <a:lstStyle/>
        <a:p>
          <a:endParaRPr lang="en-US"/>
        </a:p>
      </dgm:t>
    </dgm:pt>
    <dgm:pt modelId="{A74D131F-7066-4B28-83F7-4152A88EECE5}" type="sibTrans" cxnId="{033C75FB-6761-4492-90D5-274CEDDF90E5}">
      <dgm:prSet/>
      <dgm:spPr/>
      <dgm:t>
        <a:bodyPr/>
        <a:lstStyle/>
        <a:p>
          <a:endParaRPr lang="en-US"/>
        </a:p>
      </dgm:t>
    </dgm:pt>
    <dgm:pt modelId="{FFCE9129-6892-4748-98AF-F2629AD2F33D}" type="pres">
      <dgm:prSet presAssocID="{9269728F-0DB2-47C5-A6DA-D9469DDBFE2E}" presName="linear" presStyleCnt="0">
        <dgm:presLayoutVars>
          <dgm:animLvl val="lvl"/>
          <dgm:resizeHandles val="exact"/>
        </dgm:presLayoutVars>
      </dgm:prSet>
      <dgm:spPr/>
    </dgm:pt>
    <dgm:pt modelId="{BE5082EA-665C-4501-8241-C983C75B659F}" type="pres">
      <dgm:prSet presAssocID="{F983698E-F189-4420-BE5D-CBEE60F6F9AC}" presName="parentText" presStyleLbl="node1" presStyleIdx="0" presStyleCnt="2" custScaleY="58202">
        <dgm:presLayoutVars>
          <dgm:chMax val="0"/>
          <dgm:bulletEnabled val="1"/>
        </dgm:presLayoutVars>
      </dgm:prSet>
      <dgm:spPr/>
    </dgm:pt>
    <dgm:pt modelId="{ACF5B289-1530-464A-AE47-DE1C9BC53AA9}" type="pres">
      <dgm:prSet presAssocID="{F983698E-F189-4420-BE5D-CBEE60F6F9AC}" presName="childText" presStyleLbl="revTx" presStyleIdx="0" presStyleCnt="2">
        <dgm:presLayoutVars>
          <dgm:bulletEnabled val="1"/>
        </dgm:presLayoutVars>
      </dgm:prSet>
      <dgm:spPr/>
    </dgm:pt>
    <dgm:pt modelId="{A16BFF7D-3DD9-4513-8B6E-6DEA1D6CFE74}" type="pres">
      <dgm:prSet presAssocID="{15ED3A93-FE59-46A5-99F9-AC47C96B90FD}" presName="parentText" presStyleLbl="node1" presStyleIdx="1" presStyleCnt="2">
        <dgm:presLayoutVars>
          <dgm:chMax val="0"/>
          <dgm:bulletEnabled val="1"/>
        </dgm:presLayoutVars>
      </dgm:prSet>
      <dgm:spPr/>
    </dgm:pt>
    <dgm:pt modelId="{13D2AF0C-2733-4744-86B3-106C17BEDA5C}" type="pres">
      <dgm:prSet presAssocID="{15ED3A93-FE59-46A5-99F9-AC47C96B90FD}" presName="childText" presStyleLbl="revTx" presStyleIdx="1" presStyleCnt="2">
        <dgm:presLayoutVars>
          <dgm:bulletEnabled val="1"/>
        </dgm:presLayoutVars>
      </dgm:prSet>
      <dgm:spPr/>
    </dgm:pt>
  </dgm:ptLst>
  <dgm:cxnLst>
    <dgm:cxn modelId="{10B99D14-D88D-4967-8DDF-138F08ED62AA}" type="presOf" srcId="{15ED3A93-FE59-46A5-99F9-AC47C96B90FD}" destId="{A16BFF7D-3DD9-4513-8B6E-6DEA1D6CFE74}" srcOrd="0" destOrd="0" presId="urn:microsoft.com/office/officeart/2005/8/layout/vList2"/>
    <dgm:cxn modelId="{1D7E8B18-D62F-45B2-AB63-CE4BD8B564B3}" type="presOf" srcId="{9269728F-0DB2-47C5-A6DA-D9469DDBFE2E}" destId="{FFCE9129-6892-4748-98AF-F2629AD2F33D}" srcOrd="0" destOrd="0" presId="urn:microsoft.com/office/officeart/2005/8/layout/vList2"/>
    <dgm:cxn modelId="{9070C922-9946-4149-98B6-C66DD6C959D0}" type="presOf" srcId="{F983698E-F189-4420-BE5D-CBEE60F6F9AC}" destId="{BE5082EA-665C-4501-8241-C983C75B659F}" srcOrd="0" destOrd="0" presId="urn:microsoft.com/office/officeart/2005/8/layout/vList2"/>
    <dgm:cxn modelId="{1A8C7C29-B00B-45C5-9AA6-3D563DA36FAA}" srcId="{15ED3A93-FE59-46A5-99F9-AC47C96B90FD}" destId="{C22F0D7F-82DB-44C8-BA4A-10AED8123A7D}" srcOrd="2" destOrd="0" parTransId="{FC95283E-DDF1-4CA8-BE1A-4B5254ADC031}" sibTransId="{5BC8D7E0-742A-4906-81EA-EE1CCEE890AF}"/>
    <dgm:cxn modelId="{F0F4232F-10F5-46C3-9F45-8BED694A72F2}" type="presOf" srcId="{FA73B8B5-F4CD-4743-9098-D5EB97784CF8}" destId="{13D2AF0C-2733-4744-86B3-106C17BEDA5C}" srcOrd="0" destOrd="1" presId="urn:microsoft.com/office/officeart/2005/8/layout/vList2"/>
    <dgm:cxn modelId="{F9728633-5710-47FE-B752-F82A2E04BF2D}" type="presOf" srcId="{4ADC7998-861B-4412-B216-8655D4ED8786}" destId="{13D2AF0C-2733-4744-86B3-106C17BEDA5C}" srcOrd="0" destOrd="3" presId="urn:microsoft.com/office/officeart/2005/8/layout/vList2"/>
    <dgm:cxn modelId="{237EAA6E-BD80-4D7B-ABF1-176D1F67DD43}" srcId="{9269728F-0DB2-47C5-A6DA-D9469DDBFE2E}" destId="{F983698E-F189-4420-BE5D-CBEE60F6F9AC}" srcOrd="0" destOrd="0" parTransId="{3A99C57B-58FD-45C3-9D0E-21F3E56EF523}" sibTransId="{605F4D30-000C-45C0-8DF4-ECD8B88B3B36}"/>
    <dgm:cxn modelId="{FB003D8C-78A3-4EDC-A668-6D03529E13A8}" srcId="{15ED3A93-FE59-46A5-99F9-AC47C96B90FD}" destId="{2869FB74-C525-4EAC-8D23-D60252B0EE3F}" srcOrd="0" destOrd="0" parTransId="{8103EB78-4C98-4191-A0F7-46590A56E0E1}" sibTransId="{1F18E27A-6D80-4751-8ACE-6E32BBFE74E4}"/>
    <dgm:cxn modelId="{A5DDF09D-DF37-483A-9CAE-979D1A70B660}" type="presOf" srcId="{2869FB74-C525-4EAC-8D23-D60252B0EE3F}" destId="{13D2AF0C-2733-4744-86B3-106C17BEDA5C}" srcOrd="0" destOrd="0" presId="urn:microsoft.com/office/officeart/2005/8/layout/vList2"/>
    <dgm:cxn modelId="{AD32B4B1-312A-43B4-B414-0ACEF3546EC6}" srcId="{15ED3A93-FE59-46A5-99F9-AC47C96B90FD}" destId="{FA73B8B5-F4CD-4743-9098-D5EB97784CF8}" srcOrd="1" destOrd="0" parTransId="{5702984B-78FE-4C65-B554-B9AD394EF0CA}" sibTransId="{1FC40BD7-D56F-49C0-A530-171641374469}"/>
    <dgm:cxn modelId="{75305DBE-4225-4601-B125-BA6FE89C1991}" type="presOf" srcId="{C22F0D7F-82DB-44C8-BA4A-10AED8123A7D}" destId="{13D2AF0C-2733-4744-86B3-106C17BEDA5C}" srcOrd="0" destOrd="2" presId="urn:microsoft.com/office/officeart/2005/8/layout/vList2"/>
    <dgm:cxn modelId="{15D049CC-944A-43C9-81CA-A3DE73DA0C0D}" srcId="{9269728F-0DB2-47C5-A6DA-D9469DDBFE2E}" destId="{15ED3A93-FE59-46A5-99F9-AC47C96B90FD}" srcOrd="1" destOrd="0" parTransId="{3837963B-2FFF-4E22-98C9-3E93648CA62D}" sibTransId="{01065844-B0FB-4934-99C7-AD411707DD6B}"/>
    <dgm:cxn modelId="{48315BD8-D444-4B34-814A-B2130C427D2B}" type="presOf" srcId="{CF9BC02E-FD80-4313-8342-BD256828590D}" destId="{ACF5B289-1530-464A-AE47-DE1C9BC53AA9}" srcOrd="0" destOrd="0" presId="urn:microsoft.com/office/officeart/2005/8/layout/vList2"/>
    <dgm:cxn modelId="{FACC1DE5-8699-46AD-BD2F-0AD2F3D2CEAA}" srcId="{F983698E-F189-4420-BE5D-CBEE60F6F9AC}" destId="{CF9BC02E-FD80-4313-8342-BD256828590D}" srcOrd="0" destOrd="0" parTransId="{0E6A31A9-1AC4-40A0-BE40-1544D308F51A}" sibTransId="{29C75D75-C5D2-4FEA-9602-93A96563F64E}"/>
    <dgm:cxn modelId="{033C75FB-6761-4492-90D5-274CEDDF90E5}" srcId="{15ED3A93-FE59-46A5-99F9-AC47C96B90FD}" destId="{4ADC7998-861B-4412-B216-8655D4ED8786}" srcOrd="3" destOrd="0" parTransId="{EA1E7444-3C42-4685-A5D1-E44501F48400}" sibTransId="{A74D131F-7066-4B28-83F7-4152A88EECE5}"/>
    <dgm:cxn modelId="{16B0892D-B9AA-4786-B189-983AE694965A}" type="presParOf" srcId="{FFCE9129-6892-4748-98AF-F2629AD2F33D}" destId="{BE5082EA-665C-4501-8241-C983C75B659F}" srcOrd="0" destOrd="0" presId="urn:microsoft.com/office/officeart/2005/8/layout/vList2"/>
    <dgm:cxn modelId="{7E10BEB5-4AFC-4F01-B6C3-164DAA7F2A03}" type="presParOf" srcId="{FFCE9129-6892-4748-98AF-F2629AD2F33D}" destId="{ACF5B289-1530-464A-AE47-DE1C9BC53AA9}" srcOrd="1" destOrd="0" presId="urn:microsoft.com/office/officeart/2005/8/layout/vList2"/>
    <dgm:cxn modelId="{274C0754-5F62-497D-8DB5-234FAE86D3A3}" type="presParOf" srcId="{FFCE9129-6892-4748-98AF-F2629AD2F33D}" destId="{A16BFF7D-3DD9-4513-8B6E-6DEA1D6CFE74}" srcOrd="2" destOrd="0" presId="urn:microsoft.com/office/officeart/2005/8/layout/vList2"/>
    <dgm:cxn modelId="{6CB582FC-CD76-45AE-B488-54D6C3EDC215}" type="presParOf" srcId="{FFCE9129-6892-4748-98AF-F2629AD2F33D}" destId="{13D2AF0C-2733-4744-86B3-106C17BEDA5C}"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CF4AB32-E06C-4C98-A1EB-C062EC83CB16}"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B631226-3C39-4C9C-B875-3756393E2FDF}">
      <dgm:prSet/>
      <dgm:spPr/>
      <dgm:t>
        <a:bodyPr/>
        <a:lstStyle/>
        <a:p>
          <a:pPr>
            <a:lnSpc>
              <a:spcPct val="100000"/>
            </a:lnSpc>
            <a:defRPr b="1"/>
          </a:pPr>
          <a:r>
            <a:rPr lang="en-US" b="1" i="0" baseline="0"/>
            <a:t>CAN Listener Service</a:t>
          </a:r>
          <a:endParaRPr lang="en-US"/>
        </a:p>
      </dgm:t>
    </dgm:pt>
    <dgm:pt modelId="{F39BE862-CBC0-4201-A3B2-8E87635ABBEE}" type="parTrans" cxnId="{D8F89CDE-CB1C-4B7F-A018-C03BFC7DFCCF}">
      <dgm:prSet/>
      <dgm:spPr/>
      <dgm:t>
        <a:bodyPr/>
        <a:lstStyle/>
        <a:p>
          <a:endParaRPr lang="en-US"/>
        </a:p>
      </dgm:t>
    </dgm:pt>
    <dgm:pt modelId="{906326CA-4CA9-4D6C-97E8-F89E178A886F}" type="sibTrans" cxnId="{D8F89CDE-CB1C-4B7F-A018-C03BFC7DFCCF}">
      <dgm:prSet/>
      <dgm:spPr/>
      <dgm:t>
        <a:bodyPr/>
        <a:lstStyle/>
        <a:p>
          <a:endParaRPr lang="en-US"/>
        </a:p>
      </dgm:t>
    </dgm:pt>
    <dgm:pt modelId="{75F09707-78C9-4606-BD68-70DDC45BB752}">
      <dgm:prSet custT="1"/>
      <dgm:spPr/>
      <dgm:t>
        <a:bodyPr/>
        <a:lstStyle/>
        <a:p>
          <a:pPr>
            <a:lnSpc>
              <a:spcPct val="100000"/>
            </a:lnSpc>
          </a:pPr>
          <a:r>
            <a:rPr lang="en-US" sz="1800" b="0" i="0" baseline="0" dirty="0"/>
            <a:t>Reads live CAN frames via </a:t>
          </a:r>
          <a:r>
            <a:rPr lang="en-US" sz="1800" b="0" i="0" baseline="0" dirty="0" err="1"/>
            <a:t>candump</a:t>
          </a:r>
          <a:r>
            <a:rPr lang="en-US" sz="1800" b="0" i="0" baseline="0" dirty="0"/>
            <a:t> or python-can</a:t>
          </a:r>
          <a:endParaRPr lang="en-US" sz="1800" dirty="0"/>
        </a:p>
      </dgm:t>
    </dgm:pt>
    <dgm:pt modelId="{21CC72B1-A265-4549-812B-B5B9268FA7F6}" type="parTrans" cxnId="{685E1D59-36D9-436B-AF8F-53F70A037E43}">
      <dgm:prSet/>
      <dgm:spPr/>
      <dgm:t>
        <a:bodyPr/>
        <a:lstStyle/>
        <a:p>
          <a:endParaRPr lang="en-US"/>
        </a:p>
      </dgm:t>
    </dgm:pt>
    <dgm:pt modelId="{74F8F147-6754-416A-960E-133275200F08}" type="sibTrans" cxnId="{685E1D59-36D9-436B-AF8F-53F70A037E43}">
      <dgm:prSet/>
      <dgm:spPr/>
      <dgm:t>
        <a:bodyPr/>
        <a:lstStyle/>
        <a:p>
          <a:endParaRPr lang="en-US"/>
        </a:p>
      </dgm:t>
    </dgm:pt>
    <dgm:pt modelId="{C4CD2F52-EC08-4A71-8535-B6ACBA9C3D14}">
      <dgm:prSet custT="1"/>
      <dgm:spPr/>
      <dgm:t>
        <a:bodyPr/>
        <a:lstStyle/>
        <a:p>
          <a:pPr>
            <a:lnSpc>
              <a:spcPct val="100000"/>
            </a:lnSpc>
          </a:pPr>
          <a:r>
            <a:rPr lang="en-US" sz="1800" b="0" i="0" baseline="0" dirty="0"/>
            <a:t>Forwards speed, temperature, distance to the web dashboard</a:t>
          </a:r>
          <a:endParaRPr lang="en-US" sz="1800" dirty="0"/>
        </a:p>
      </dgm:t>
    </dgm:pt>
    <dgm:pt modelId="{0EE65D1E-19DA-434A-BA2C-2D5337467F37}" type="parTrans" cxnId="{3C6FC784-55DD-4ADB-A962-1880C69D6897}">
      <dgm:prSet/>
      <dgm:spPr/>
      <dgm:t>
        <a:bodyPr/>
        <a:lstStyle/>
        <a:p>
          <a:endParaRPr lang="en-US"/>
        </a:p>
      </dgm:t>
    </dgm:pt>
    <dgm:pt modelId="{BAC6E797-139F-43C7-8274-4454A3F550E9}" type="sibTrans" cxnId="{3C6FC784-55DD-4ADB-A962-1880C69D6897}">
      <dgm:prSet/>
      <dgm:spPr/>
      <dgm:t>
        <a:bodyPr/>
        <a:lstStyle/>
        <a:p>
          <a:endParaRPr lang="en-US"/>
        </a:p>
      </dgm:t>
    </dgm:pt>
    <dgm:pt modelId="{CABEE879-6503-41B5-9AEF-91C55CD9AA5D}">
      <dgm:prSet/>
      <dgm:spPr/>
      <dgm:t>
        <a:bodyPr/>
        <a:lstStyle/>
        <a:p>
          <a:pPr>
            <a:lnSpc>
              <a:spcPct val="100000"/>
            </a:lnSpc>
            <a:defRPr b="1"/>
          </a:pPr>
          <a:r>
            <a:rPr lang="en-US" b="1" i="0" baseline="0"/>
            <a:t>OTA Client</a:t>
          </a:r>
          <a:endParaRPr lang="en-US"/>
        </a:p>
      </dgm:t>
    </dgm:pt>
    <dgm:pt modelId="{664507F1-7A4E-4B2D-BE14-09029F799BF6}" type="parTrans" cxnId="{8B1C089F-6BF9-4F7B-886B-C5BCE5460CD3}">
      <dgm:prSet/>
      <dgm:spPr/>
      <dgm:t>
        <a:bodyPr/>
        <a:lstStyle/>
        <a:p>
          <a:endParaRPr lang="en-US"/>
        </a:p>
      </dgm:t>
    </dgm:pt>
    <dgm:pt modelId="{480128D3-EE6D-4F35-97E7-637305E91EF1}" type="sibTrans" cxnId="{8B1C089F-6BF9-4F7B-886B-C5BCE5460CD3}">
      <dgm:prSet/>
      <dgm:spPr/>
      <dgm:t>
        <a:bodyPr/>
        <a:lstStyle/>
        <a:p>
          <a:endParaRPr lang="en-US"/>
        </a:p>
      </dgm:t>
    </dgm:pt>
    <dgm:pt modelId="{4B1D8F21-1132-411C-91CE-2B86F088E0C2}">
      <dgm:prSet custT="1"/>
      <dgm:spPr/>
      <dgm:t>
        <a:bodyPr/>
        <a:lstStyle/>
        <a:p>
          <a:pPr>
            <a:lnSpc>
              <a:spcPct val="100000"/>
            </a:lnSpc>
          </a:pPr>
          <a:r>
            <a:rPr lang="en-US" sz="1800" b="0" i="0" baseline="0" dirty="0"/>
            <a:t>Polls a cloud REST endpoint (e.g., AWS S3) for new firmware versions</a:t>
          </a:r>
          <a:endParaRPr lang="en-US" sz="1800" dirty="0"/>
        </a:p>
      </dgm:t>
    </dgm:pt>
    <dgm:pt modelId="{822BF43F-9F76-4286-9985-7700D97A95C6}" type="parTrans" cxnId="{4E7E6323-9AFE-413D-AA5F-50CBEBE7ED6C}">
      <dgm:prSet/>
      <dgm:spPr/>
      <dgm:t>
        <a:bodyPr/>
        <a:lstStyle/>
        <a:p>
          <a:endParaRPr lang="en-US"/>
        </a:p>
      </dgm:t>
    </dgm:pt>
    <dgm:pt modelId="{C9D368C1-BE9D-4D4F-85EF-0A4CC2EC135E}" type="sibTrans" cxnId="{4E7E6323-9AFE-413D-AA5F-50CBEBE7ED6C}">
      <dgm:prSet/>
      <dgm:spPr/>
      <dgm:t>
        <a:bodyPr/>
        <a:lstStyle/>
        <a:p>
          <a:endParaRPr lang="en-US"/>
        </a:p>
      </dgm:t>
    </dgm:pt>
    <dgm:pt modelId="{75C6D47B-E916-4508-B8A6-FF04C1762E65}">
      <dgm:prSet custT="1"/>
      <dgm:spPr/>
      <dgm:t>
        <a:bodyPr/>
        <a:lstStyle/>
        <a:p>
          <a:pPr>
            <a:lnSpc>
              <a:spcPct val="100000"/>
            </a:lnSpc>
          </a:pPr>
          <a:r>
            <a:rPr lang="en-US" sz="1800" b="0" i="0" baseline="0" dirty="0"/>
            <a:t>Downloads signed firmware chunks and sends them over CAN to Main ECU</a:t>
          </a:r>
          <a:endParaRPr lang="en-US" sz="1800" dirty="0"/>
        </a:p>
      </dgm:t>
    </dgm:pt>
    <dgm:pt modelId="{DA58DA4C-31B8-43AD-A3F4-A2EFF065BF5D}" type="parTrans" cxnId="{4BF49918-E770-426A-BECE-27C2CBA08B80}">
      <dgm:prSet/>
      <dgm:spPr/>
      <dgm:t>
        <a:bodyPr/>
        <a:lstStyle/>
        <a:p>
          <a:endParaRPr lang="en-US"/>
        </a:p>
      </dgm:t>
    </dgm:pt>
    <dgm:pt modelId="{FEE0387D-B9B2-443C-B317-33D27FF30CA0}" type="sibTrans" cxnId="{4BF49918-E770-426A-BECE-27C2CBA08B80}">
      <dgm:prSet/>
      <dgm:spPr/>
      <dgm:t>
        <a:bodyPr/>
        <a:lstStyle/>
        <a:p>
          <a:endParaRPr lang="en-US"/>
        </a:p>
      </dgm:t>
    </dgm:pt>
    <dgm:pt modelId="{576D5CF2-D484-49CA-9AA1-F6035117A368}">
      <dgm:prSet/>
      <dgm:spPr/>
      <dgm:t>
        <a:bodyPr/>
        <a:lstStyle/>
        <a:p>
          <a:pPr>
            <a:lnSpc>
              <a:spcPct val="100000"/>
            </a:lnSpc>
            <a:defRPr b="1"/>
          </a:pPr>
          <a:r>
            <a:rPr lang="en-US" b="1" i="0" baseline="0"/>
            <a:t>Diagnostics Client</a:t>
          </a:r>
          <a:endParaRPr lang="en-US"/>
        </a:p>
      </dgm:t>
    </dgm:pt>
    <dgm:pt modelId="{1A81034D-1A1E-4718-97E8-DF0125C50575}" type="parTrans" cxnId="{D77EB10F-E4FD-48ED-9C56-5570C0263C4B}">
      <dgm:prSet/>
      <dgm:spPr/>
      <dgm:t>
        <a:bodyPr/>
        <a:lstStyle/>
        <a:p>
          <a:endParaRPr lang="en-US"/>
        </a:p>
      </dgm:t>
    </dgm:pt>
    <dgm:pt modelId="{6D82EEBC-5EEC-4ACA-B62F-B61C54C469B8}" type="sibTrans" cxnId="{D77EB10F-E4FD-48ED-9C56-5570C0263C4B}">
      <dgm:prSet/>
      <dgm:spPr/>
      <dgm:t>
        <a:bodyPr/>
        <a:lstStyle/>
        <a:p>
          <a:endParaRPr lang="en-US"/>
        </a:p>
      </dgm:t>
    </dgm:pt>
    <dgm:pt modelId="{D50AA357-88AC-4E66-91D7-2A3B7CF4BD6F}">
      <dgm:prSet custT="1"/>
      <dgm:spPr/>
      <dgm:t>
        <a:bodyPr/>
        <a:lstStyle/>
        <a:p>
          <a:pPr>
            <a:lnSpc>
              <a:spcPct val="100000"/>
            </a:lnSpc>
          </a:pPr>
          <a:r>
            <a:rPr lang="en-US" sz="1800" b="0" i="0" baseline="0" dirty="0"/>
            <a:t>Initiates UDS requests over CAN to read/clear DTCs</a:t>
          </a:r>
          <a:endParaRPr lang="en-US" sz="1800" dirty="0"/>
        </a:p>
      </dgm:t>
    </dgm:pt>
    <dgm:pt modelId="{144BA47C-8506-4A58-8EEE-38AD41C50903}" type="parTrans" cxnId="{6C13CEE6-0099-4B76-8CCB-5CFCC9A1EFCA}">
      <dgm:prSet/>
      <dgm:spPr/>
      <dgm:t>
        <a:bodyPr/>
        <a:lstStyle/>
        <a:p>
          <a:endParaRPr lang="en-US"/>
        </a:p>
      </dgm:t>
    </dgm:pt>
    <dgm:pt modelId="{901FD668-A94D-49CC-9639-972DA9D62C52}" type="sibTrans" cxnId="{6C13CEE6-0099-4B76-8CCB-5CFCC9A1EFCA}">
      <dgm:prSet/>
      <dgm:spPr/>
      <dgm:t>
        <a:bodyPr/>
        <a:lstStyle/>
        <a:p>
          <a:endParaRPr lang="en-US"/>
        </a:p>
      </dgm:t>
    </dgm:pt>
    <dgm:pt modelId="{7C7E6C12-F68E-43FA-91A3-A07434E36DA9}">
      <dgm:prSet custT="1"/>
      <dgm:spPr/>
      <dgm:t>
        <a:bodyPr/>
        <a:lstStyle/>
        <a:p>
          <a:pPr>
            <a:lnSpc>
              <a:spcPct val="100000"/>
            </a:lnSpc>
          </a:pPr>
          <a:r>
            <a:rPr lang="en-US" sz="1800" b="0" i="0" baseline="0" dirty="0"/>
            <a:t>Displays diagnostic results in the dashboard</a:t>
          </a:r>
          <a:endParaRPr lang="en-US" sz="1800" dirty="0"/>
        </a:p>
      </dgm:t>
    </dgm:pt>
    <dgm:pt modelId="{1A7A34C7-C457-498B-BDE9-A27FE656B335}" type="parTrans" cxnId="{E83FC92D-1FFC-4153-B9AA-DD4A88010291}">
      <dgm:prSet/>
      <dgm:spPr/>
      <dgm:t>
        <a:bodyPr/>
        <a:lstStyle/>
        <a:p>
          <a:endParaRPr lang="en-US"/>
        </a:p>
      </dgm:t>
    </dgm:pt>
    <dgm:pt modelId="{FC8545E0-5652-448E-8F41-1A39384AFE06}" type="sibTrans" cxnId="{E83FC92D-1FFC-4153-B9AA-DD4A88010291}">
      <dgm:prSet/>
      <dgm:spPr/>
      <dgm:t>
        <a:bodyPr/>
        <a:lstStyle/>
        <a:p>
          <a:endParaRPr lang="en-US"/>
        </a:p>
      </dgm:t>
    </dgm:pt>
    <dgm:pt modelId="{4B62D488-B217-4BE6-8473-4AEECAB76B98}">
      <dgm:prSet/>
      <dgm:spPr/>
      <dgm:t>
        <a:bodyPr/>
        <a:lstStyle/>
        <a:p>
          <a:pPr>
            <a:lnSpc>
              <a:spcPct val="100000"/>
            </a:lnSpc>
            <a:defRPr b="1"/>
          </a:pPr>
          <a:r>
            <a:rPr lang="en-US" b="1" i="0" baseline="0"/>
            <a:t>Flask Web Dashboard</a:t>
          </a:r>
          <a:endParaRPr lang="en-US"/>
        </a:p>
      </dgm:t>
    </dgm:pt>
    <dgm:pt modelId="{5DAC4EB1-15CD-4949-B553-2F727A6D636C}" type="parTrans" cxnId="{A1954022-CA84-4D75-ABFF-ED7966FC113D}">
      <dgm:prSet/>
      <dgm:spPr/>
      <dgm:t>
        <a:bodyPr/>
        <a:lstStyle/>
        <a:p>
          <a:endParaRPr lang="en-US"/>
        </a:p>
      </dgm:t>
    </dgm:pt>
    <dgm:pt modelId="{6C2649E3-A2A8-476E-87BA-469B7DAAD982}" type="sibTrans" cxnId="{A1954022-CA84-4D75-ABFF-ED7966FC113D}">
      <dgm:prSet/>
      <dgm:spPr/>
      <dgm:t>
        <a:bodyPr/>
        <a:lstStyle/>
        <a:p>
          <a:endParaRPr lang="en-US"/>
        </a:p>
      </dgm:t>
    </dgm:pt>
    <dgm:pt modelId="{DF375779-5107-47A7-A1B8-17A2CBC5E877}">
      <dgm:prSet custT="1"/>
      <dgm:spPr/>
      <dgm:t>
        <a:bodyPr/>
        <a:lstStyle/>
        <a:p>
          <a:pPr>
            <a:lnSpc>
              <a:spcPct val="100000"/>
            </a:lnSpc>
          </a:pPr>
          <a:r>
            <a:rPr lang="en-US" sz="1800" b="0" i="0" baseline="0" dirty="0"/>
            <a:t>Displays live charts for speed, temperature, and distance</a:t>
          </a:r>
          <a:endParaRPr lang="en-US" sz="1800" dirty="0"/>
        </a:p>
      </dgm:t>
    </dgm:pt>
    <dgm:pt modelId="{3CB7CBA3-59BE-4F65-B8D8-7228F180138E}" type="parTrans" cxnId="{B06E52CC-EBB2-4368-924B-AF640647264E}">
      <dgm:prSet/>
      <dgm:spPr/>
      <dgm:t>
        <a:bodyPr/>
        <a:lstStyle/>
        <a:p>
          <a:endParaRPr lang="en-US"/>
        </a:p>
      </dgm:t>
    </dgm:pt>
    <dgm:pt modelId="{AB9FB717-4020-4CC9-8A87-EF93CD3A1F78}" type="sibTrans" cxnId="{B06E52CC-EBB2-4368-924B-AF640647264E}">
      <dgm:prSet/>
      <dgm:spPr/>
      <dgm:t>
        <a:bodyPr/>
        <a:lstStyle/>
        <a:p>
          <a:endParaRPr lang="en-US"/>
        </a:p>
      </dgm:t>
    </dgm:pt>
    <dgm:pt modelId="{9D374FD5-3624-4935-874A-25531BC4D577}">
      <dgm:prSet custT="1"/>
      <dgm:spPr/>
      <dgm:t>
        <a:bodyPr/>
        <a:lstStyle/>
        <a:p>
          <a:pPr>
            <a:lnSpc>
              <a:spcPct val="100000"/>
            </a:lnSpc>
          </a:pPr>
          <a:r>
            <a:rPr lang="en-US" sz="1800" b="0" i="0" baseline="0" dirty="0"/>
            <a:t>Shows progress bar during OTA updates</a:t>
          </a:r>
          <a:endParaRPr lang="en-US" sz="1800" dirty="0"/>
        </a:p>
      </dgm:t>
    </dgm:pt>
    <dgm:pt modelId="{0869A0FF-B1EE-4017-8CF4-3C41F3A1BD8B}" type="parTrans" cxnId="{AB368F1A-2942-469A-A870-4D34CE7CB506}">
      <dgm:prSet/>
      <dgm:spPr/>
      <dgm:t>
        <a:bodyPr/>
        <a:lstStyle/>
        <a:p>
          <a:endParaRPr lang="en-US"/>
        </a:p>
      </dgm:t>
    </dgm:pt>
    <dgm:pt modelId="{611CFD55-5EAA-43C6-8A00-427842C4D25A}" type="sibTrans" cxnId="{AB368F1A-2942-469A-A870-4D34CE7CB506}">
      <dgm:prSet/>
      <dgm:spPr/>
      <dgm:t>
        <a:bodyPr/>
        <a:lstStyle/>
        <a:p>
          <a:endParaRPr lang="en-US"/>
        </a:p>
      </dgm:t>
    </dgm:pt>
    <dgm:pt modelId="{0D9DFC42-8955-4E8C-BE91-5DB2CBF78C4E}">
      <dgm:prSet custT="1"/>
      <dgm:spPr/>
      <dgm:t>
        <a:bodyPr/>
        <a:lstStyle/>
        <a:p>
          <a:pPr>
            <a:lnSpc>
              <a:spcPct val="100000"/>
            </a:lnSpc>
          </a:pPr>
          <a:r>
            <a:rPr lang="en-US" sz="1800" b="0" i="0" baseline="0" dirty="0"/>
            <a:t>Lists active DTC codes and system status</a:t>
          </a:r>
          <a:endParaRPr lang="en-US" sz="1800" dirty="0"/>
        </a:p>
      </dgm:t>
    </dgm:pt>
    <dgm:pt modelId="{8F00834C-B90B-44A2-85CA-BE8D8B45F4E0}" type="parTrans" cxnId="{FD6859D7-EB1D-409E-9ED2-4DBBE517480D}">
      <dgm:prSet/>
      <dgm:spPr/>
      <dgm:t>
        <a:bodyPr/>
        <a:lstStyle/>
        <a:p>
          <a:endParaRPr lang="en-US"/>
        </a:p>
      </dgm:t>
    </dgm:pt>
    <dgm:pt modelId="{3EE08274-E10C-455D-8E69-59E84F0E4FAA}" type="sibTrans" cxnId="{FD6859D7-EB1D-409E-9ED2-4DBBE517480D}">
      <dgm:prSet/>
      <dgm:spPr/>
      <dgm:t>
        <a:bodyPr/>
        <a:lstStyle/>
        <a:p>
          <a:endParaRPr lang="en-US"/>
        </a:p>
      </dgm:t>
    </dgm:pt>
    <dgm:pt modelId="{D67995A6-6A40-4780-9C9E-E43D9D90DE7B}" type="pres">
      <dgm:prSet presAssocID="{9CF4AB32-E06C-4C98-A1EB-C062EC83CB16}" presName="root" presStyleCnt="0">
        <dgm:presLayoutVars>
          <dgm:dir/>
          <dgm:resizeHandles val="exact"/>
        </dgm:presLayoutVars>
      </dgm:prSet>
      <dgm:spPr/>
    </dgm:pt>
    <dgm:pt modelId="{0A9AF883-961D-4AC1-A84C-2C526F029458}" type="pres">
      <dgm:prSet presAssocID="{DB631226-3C39-4C9C-B875-3756393E2FDF}" presName="compNode" presStyleCnt="0"/>
      <dgm:spPr/>
    </dgm:pt>
    <dgm:pt modelId="{06596698-C8F9-40F9-B507-79722A7CE163}" type="pres">
      <dgm:prSet presAssocID="{DB631226-3C39-4C9C-B875-3756393E2FD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B71D1FFC-B7EA-4044-98F5-B6D3D1F349DD}" type="pres">
      <dgm:prSet presAssocID="{DB631226-3C39-4C9C-B875-3756393E2FDF}" presName="iconSpace" presStyleCnt="0"/>
      <dgm:spPr/>
    </dgm:pt>
    <dgm:pt modelId="{9B32047D-69B4-41DE-8B28-7DC8E43ABB64}" type="pres">
      <dgm:prSet presAssocID="{DB631226-3C39-4C9C-B875-3756393E2FDF}" presName="parTx" presStyleLbl="revTx" presStyleIdx="0" presStyleCnt="8">
        <dgm:presLayoutVars>
          <dgm:chMax val="0"/>
          <dgm:chPref val="0"/>
        </dgm:presLayoutVars>
      </dgm:prSet>
      <dgm:spPr/>
    </dgm:pt>
    <dgm:pt modelId="{63CC3111-7EF9-446D-87D4-479E96B6808D}" type="pres">
      <dgm:prSet presAssocID="{DB631226-3C39-4C9C-B875-3756393E2FDF}" presName="txSpace" presStyleCnt="0"/>
      <dgm:spPr/>
    </dgm:pt>
    <dgm:pt modelId="{2CF825E1-A0F3-41E5-B554-1376D19193DA}" type="pres">
      <dgm:prSet presAssocID="{DB631226-3C39-4C9C-B875-3756393E2FDF}" presName="desTx" presStyleLbl="revTx" presStyleIdx="1" presStyleCnt="8" custScaleX="116971">
        <dgm:presLayoutVars/>
      </dgm:prSet>
      <dgm:spPr/>
    </dgm:pt>
    <dgm:pt modelId="{C43026CE-F3D8-4D07-A5C9-E6191F20B380}" type="pres">
      <dgm:prSet presAssocID="{906326CA-4CA9-4D6C-97E8-F89E178A886F}" presName="sibTrans" presStyleCnt="0"/>
      <dgm:spPr/>
    </dgm:pt>
    <dgm:pt modelId="{83701EA0-62A9-4000-A6E4-73645ECB2882}" type="pres">
      <dgm:prSet presAssocID="{CABEE879-6503-41B5-9AEF-91C55CD9AA5D}" presName="compNode" presStyleCnt="0"/>
      <dgm:spPr/>
    </dgm:pt>
    <dgm:pt modelId="{0DB2DF02-7CBC-4448-B4F5-63BBB18297E6}" type="pres">
      <dgm:prSet presAssocID="{CABEE879-6503-41B5-9AEF-91C55CD9AA5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yncing Cloud"/>
        </a:ext>
      </dgm:extLst>
    </dgm:pt>
    <dgm:pt modelId="{B2EB29D1-F951-43C3-936D-B619B598D9A7}" type="pres">
      <dgm:prSet presAssocID="{CABEE879-6503-41B5-9AEF-91C55CD9AA5D}" presName="iconSpace" presStyleCnt="0"/>
      <dgm:spPr/>
    </dgm:pt>
    <dgm:pt modelId="{4A19F181-0775-4031-B3B1-C1AB14F0794D}" type="pres">
      <dgm:prSet presAssocID="{CABEE879-6503-41B5-9AEF-91C55CD9AA5D}" presName="parTx" presStyleLbl="revTx" presStyleIdx="2" presStyleCnt="8">
        <dgm:presLayoutVars>
          <dgm:chMax val="0"/>
          <dgm:chPref val="0"/>
        </dgm:presLayoutVars>
      </dgm:prSet>
      <dgm:spPr/>
    </dgm:pt>
    <dgm:pt modelId="{F29F09AE-1187-4012-A2D9-D3859BEEEAA3}" type="pres">
      <dgm:prSet presAssocID="{CABEE879-6503-41B5-9AEF-91C55CD9AA5D}" presName="txSpace" presStyleCnt="0"/>
      <dgm:spPr/>
    </dgm:pt>
    <dgm:pt modelId="{FBEFBC6A-5F60-4CA6-B79C-7D9E6BC443D6}" type="pres">
      <dgm:prSet presAssocID="{CABEE879-6503-41B5-9AEF-91C55CD9AA5D}" presName="desTx" presStyleLbl="revTx" presStyleIdx="3" presStyleCnt="8" custScaleX="126326">
        <dgm:presLayoutVars/>
      </dgm:prSet>
      <dgm:spPr/>
    </dgm:pt>
    <dgm:pt modelId="{3EA06FBD-4A65-4805-A584-6BD7F9751D78}" type="pres">
      <dgm:prSet presAssocID="{480128D3-EE6D-4F35-97E7-637305E91EF1}" presName="sibTrans" presStyleCnt="0"/>
      <dgm:spPr/>
    </dgm:pt>
    <dgm:pt modelId="{27CC73D5-B290-40DA-89CD-1C00C22EEC55}" type="pres">
      <dgm:prSet presAssocID="{576D5CF2-D484-49CA-9AA1-F6035117A368}" presName="compNode" presStyleCnt="0"/>
      <dgm:spPr/>
    </dgm:pt>
    <dgm:pt modelId="{6AFA7D3D-1482-4BA5-8908-CEB630B009A7}" type="pres">
      <dgm:prSet presAssocID="{576D5CF2-D484-49CA-9AA1-F6035117A36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ethoscope"/>
        </a:ext>
      </dgm:extLst>
    </dgm:pt>
    <dgm:pt modelId="{2BB2B854-E71E-4DD2-BD74-DB2873780381}" type="pres">
      <dgm:prSet presAssocID="{576D5CF2-D484-49CA-9AA1-F6035117A368}" presName="iconSpace" presStyleCnt="0"/>
      <dgm:spPr/>
    </dgm:pt>
    <dgm:pt modelId="{5752EFB0-DDD3-4D91-9E8F-DA4B034E305C}" type="pres">
      <dgm:prSet presAssocID="{576D5CF2-D484-49CA-9AA1-F6035117A368}" presName="parTx" presStyleLbl="revTx" presStyleIdx="4" presStyleCnt="8">
        <dgm:presLayoutVars>
          <dgm:chMax val="0"/>
          <dgm:chPref val="0"/>
        </dgm:presLayoutVars>
      </dgm:prSet>
      <dgm:spPr/>
    </dgm:pt>
    <dgm:pt modelId="{FB039EC4-260D-4303-B2F9-4B3BCD88FF21}" type="pres">
      <dgm:prSet presAssocID="{576D5CF2-D484-49CA-9AA1-F6035117A368}" presName="txSpace" presStyleCnt="0"/>
      <dgm:spPr/>
    </dgm:pt>
    <dgm:pt modelId="{258F7FC9-9781-4713-9C8F-216205CEF6D8}" type="pres">
      <dgm:prSet presAssocID="{576D5CF2-D484-49CA-9AA1-F6035117A368}" presName="desTx" presStyleLbl="revTx" presStyleIdx="5" presStyleCnt="8" custScaleX="121787">
        <dgm:presLayoutVars/>
      </dgm:prSet>
      <dgm:spPr/>
    </dgm:pt>
    <dgm:pt modelId="{B11A6C41-7438-4D0B-A6F0-DDD110644F09}" type="pres">
      <dgm:prSet presAssocID="{6D82EEBC-5EEC-4ACA-B62F-B61C54C469B8}" presName="sibTrans" presStyleCnt="0"/>
      <dgm:spPr/>
    </dgm:pt>
    <dgm:pt modelId="{D1EF7935-BB86-43AB-8BEC-23A76E6277D5}" type="pres">
      <dgm:prSet presAssocID="{4B62D488-B217-4BE6-8473-4AEECAB76B98}" presName="compNode" presStyleCnt="0"/>
      <dgm:spPr/>
    </dgm:pt>
    <dgm:pt modelId="{71043B12-C833-4A99-85CA-95D1B9EFDF0F}" type="pres">
      <dgm:prSet presAssocID="{4B62D488-B217-4BE6-8473-4AEECAB76B9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Flask"/>
        </a:ext>
      </dgm:extLst>
    </dgm:pt>
    <dgm:pt modelId="{54229938-BFB5-49EA-A3F6-77FDDF36F168}" type="pres">
      <dgm:prSet presAssocID="{4B62D488-B217-4BE6-8473-4AEECAB76B98}" presName="iconSpace" presStyleCnt="0"/>
      <dgm:spPr/>
    </dgm:pt>
    <dgm:pt modelId="{5BB6BEDE-AC1F-46AE-8281-6C4BB0EE6E25}" type="pres">
      <dgm:prSet presAssocID="{4B62D488-B217-4BE6-8473-4AEECAB76B98}" presName="parTx" presStyleLbl="revTx" presStyleIdx="6" presStyleCnt="8">
        <dgm:presLayoutVars>
          <dgm:chMax val="0"/>
          <dgm:chPref val="0"/>
        </dgm:presLayoutVars>
      </dgm:prSet>
      <dgm:spPr/>
    </dgm:pt>
    <dgm:pt modelId="{485B1BB5-B32D-4A5F-A5ED-05FF1BD9B983}" type="pres">
      <dgm:prSet presAssocID="{4B62D488-B217-4BE6-8473-4AEECAB76B98}" presName="txSpace" presStyleCnt="0"/>
      <dgm:spPr/>
    </dgm:pt>
    <dgm:pt modelId="{AD47D463-EC67-419A-A604-EBE503BF7778}" type="pres">
      <dgm:prSet presAssocID="{4B62D488-B217-4BE6-8473-4AEECAB76B98}" presName="desTx" presStyleLbl="revTx" presStyleIdx="7" presStyleCnt="8" custScaleX="120792">
        <dgm:presLayoutVars/>
      </dgm:prSet>
      <dgm:spPr/>
    </dgm:pt>
  </dgm:ptLst>
  <dgm:cxnLst>
    <dgm:cxn modelId="{D77EB10F-E4FD-48ED-9C56-5570C0263C4B}" srcId="{9CF4AB32-E06C-4C98-A1EB-C062EC83CB16}" destId="{576D5CF2-D484-49CA-9AA1-F6035117A368}" srcOrd="2" destOrd="0" parTransId="{1A81034D-1A1E-4718-97E8-DF0125C50575}" sibTransId="{6D82EEBC-5EEC-4ACA-B62F-B61C54C469B8}"/>
    <dgm:cxn modelId="{4BF49918-E770-426A-BECE-27C2CBA08B80}" srcId="{CABEE879-6503-41B5-9AEF-91C55CD9AA5D}" destId="{75C6D47B-E916-4508-B8A6-FF04C1762E65}" srcOrd="1" destOrd="0" parTransId="{DA58DA4C-31B8-43AD-A3F4-A2EFF065BF5D}" sibTransId="{FEE0387D-B9B2-443C-B317-33D27FF30CA0}"/>
    <dgm:cxn modelId="{AB368F1A-2942-469A-A870-4D34CE7CB506}" srcId="{4B62D488-B217-4BE6-8473-4AEECAB76B98}" destId="{9D374FD5-3624-4935-874A-25531BC4D577}" srcOrd="1" destOrd="0" parTransId="{0869A0FF-B1EE-4017-8CF4-3C41F3A1BD8B}" sibTransId="{611CFD55-5EAA-43C6-8A00-427842C4D25A}"/>
    <dgm:cxn modelId="{4A9A5221-C4A6-49EE-A7AA-EF02646B39BB}" type="presOf" srcId="{7C7E6C12-F68E-43FA-91A3-A07434E36DA9}" destId="{258F7FC9-9781-4713-9C8F-216205CEF6D8}" srcOrd="0" destOrd="1" presId="urn:microsoft.com/office/officeart/2018/5/layout/CenteredIconLabelDescriptionList"/>
    <dgm:cxn modelId="{A1954022-CA84-4D75-ABFF-ED7966FC113D}" srcId="{9CF4AB32-E06C-4C98-A1EB-C062EC83CB16}" destId="{4B62D488-B217-4BE6-8473-4AEECAB76B98}" srcOrd="3" destOrd="0" parTransId="{5DAC4EB1-15CD-4949-B553-2F727A6D636C}" sibTransId="{6C2649E3-A2A8-476E-87BA-469B7DAAD982}"/>
    <dgm:cxn modelId="{4E7E6323-9AFE-413D-AA5F-50CBEBE7ED6C}" srcId="{CABEE879-6503-41B5-9AEF-91C55CD9AA5D}" destId="{4B1D8F21-1132-411C-91CE-2B86F088E0C2}" srcOrd="0" destOrd="0" parTransId="{822BF43F-9F76-4286-9985-7700D97A95C6}" sibTransId="{C9D368C1-BE9D-4D4F-85EF-0A4CC2EC135E}"/>
    <dgm:cxn modelId="{F75F0825-1175-4ED0-82B5-7EBADFB4A835}" type="presOf" srcId="{D50AA357-88AC-4E66-91D7-2A3B7CF4BD6F}" destId="{258F7FC9-9781-4713-9C8F-216205CEF6D8}" srcOrd="0" destOrd="0" presId="urn:microsoft.com/office/officeart/2018/5/layout/CenteredIconLabelDescriptionList"/>
    <dgm:cxn modelId="{DA721E25-FB4A-4E5E-B46A-721C13916AFD}" type="presOf" srcId="{DF375779-5107-47A7-A1B8-17A2CBC5E877}" destId="{AD47D463-EC67-419A-A604-EBE503BF7778}" srcOrd="0" destOrd="0" presId="urn:microsoft.com/office/officeart/2018/5/layout/CenteredIconLabelDescriptionList"/>
    <dgm:cxn modelId="{E83FC92D-1FFC-4153-B9AA-DD4A88010291}" srcId="{576D5CF2-D484-49CA-9AA1-F6035117A368}" destId="{7C7E6C12-F68E-43FA-91A3-A07434E36DA9}" srcOrd="1" destOrd="0" parTransId="{1A7A34C7-C457-498B-BDE9-A27FE656B335}" sibTransId="{FC8545E0-5652-448E-8F41-1A39384AFE06}"/>
    <dgm:cxn modelId="{F8D25746-FE25-48F1-8054-90B8A982ABC4}" type="presOf" srcId="{9D374FD5-3624-4935-874A-25531BC4D577}" destId="{AD47D463-EC67-419A-A604-EBE503BF7778}" srcOrd="0" destOrd="1" presId="urn:microsoft.com/office/officeart/2018/5/layout/CenteredIconLabelDescriptionList"/>
    <dgm:cxn modelId="{6A35804A-621D-4075-A8E6-2757D2FB54F4}" type="presOf" srcId="{75C6D47B-E916-4508-B8A6-FF04C1762E65}" destId="{FBEFBC6A-5F60-4CA6-B79C-7D9E6BC443D6}" srcOrd="0" destOrd="1" presId="urn:microsoft.com/office/officeart/2018/5/layout/CenteredIconLabelDescriptionList"/>
    <dgm:cxn modelId="{6D97C24B-5190-4763-B91C-38B948C0A9F5}" type="presOf" srcId="{9CF4AB32-E06C-4C98-A1EB-C062EC83CB16}" destId="{D67995A6-6A40-4780-9C9E-E43D9D90DE7B}" srcOrd="0" destOrd="0" presId="urn:microsoft.com/office/officeart/2018/5/layout/CenteredIconLabelDescriptionList"/>
    <dgm:cxn modelId="{685E1D59-36D9-436B-AF8F-53F70A037E43}" srcId="{DB631226-3C39-4C9C-B875-3756393E2FDF}" destId="{75F09707-78C9-4606-BD68-70DDC45BB752}" srcOrd="0" destOrd="0" parTransId="{21CC72B1-A265-4549-812B-B5B9268FA7F6}" sibTransId="{74F8F147-6754-416A-960E-133275200F08}"/>
    <dgm:cxn modelId="{DA5F107B-6817-40EE-8BF9-E730130A8BBF}" type="presOf" srcId="{C4CD2F52-EC08-4A71-8535-B6ACBA9C3D14}" destId="{2CF825E1-A0F3-41E5-B554-1376D19193DA}" srcOrd="0" destOrd="1" presId="urn:microsoft.com/office/officeart/2018/5/layout/CenteredIconLabelDescriptionList"/>
    <dgm:cxn modelId="{5C18A57C-6031-4571-9F97-F59E824B6AE0}" type="presOf" srcId="{0D9DFC42-8955-4E8C-BE91-5DB2CBF78C4E}" destId="{AD47D463-EC67-419A-A604-EBE503BF7778}" srcOrd="0" destOrd="2" presId="urn:microsoft.com/office/officeart/2018/5/layout/CenteredIconLabelDescriptionList"/>
    <dgm:cxn modelId="{3C6FC784-55DD-4ADB-A962-1880C69D6897}" srcId="{DB631226-3C39-4C9C-B875-3756393E2FDF}" destId="{C4CD2F52-EC08-4A71-8535-B6ACBA9C3D14}" srcOrd="1" destOrd="0" parTransId="{0EE65D1E-19DA-434A-BA2C-2D5337467F37}" sibTransId="{BAC6E797-139F-43C7-8274-4454A3F550E9}"/>
    <dgm:cxn modelId="{D15B9D89-EAAB-4524-90E1-CD334E114A81}" type="presOf" srcId="{4B62D488-B217-4BE6-8473-4AEECAB76B98}" destId="{5BB6BEDE-AC1F-46AE-8281-6C4BB0EE6E25}" srcOrd="0" destOrd="0" presId="urn:microsoft.com/office/officeart/2018/5/layout/CenteredIconLabelDescriptionList"/>
    <dgm:cxn modelId="{8B1C089F-6BF9-4F7B-886B-C5BCE5460CD3}" srcId="{9CF4AB32-E06C-4C98-A1EB-C062EC83CB16}" destId="{CABEE879-6503-41B5-9AEF-91C55CD9AA5D}" srcOrd="1" destOrd="0" parTransId="{664507F1-7A4E-4B2D-BE14-09029F799BF6}" sibTransId="{480128D3-EE6D-4F35-97E7-637305E91EF1}"/>
    <dgm:cxn modelId="{7B446DA5-AD4A-47AB-BF28-BAB5AC3AF7A6}" type="presOf" srcId="{CABEE879-6503-41B5-9AEF-91C55CD9AA5D}" destId="{4A19F181-0775-4031-B3B1-C1AB14F0794D}" srcOrd="0" destOrd="0" presId="urn:microsoft.com/office/officeart/2018/5/layout/CenteredIconLabelDescriptionList"/>
    <dgm:cxn modelId="{3689DEA6-F3B6-46F6-A5C9-88CB1DE12CAB}" type="presOf" srcId="{75F09707-78C9-4606-BD68-70DDC45BB752}" destId="{2CF825E1-A0F3-41E5-B554-1376D19193DA}" srcOrd="0" destOrd="0" presId="urn:microsoft.com/office/officeart/2018/5/layout/CenteredIconLabelDescriptionList"/>
    <dgm:cxn modelId="{7F982FBA-E483-44C7-B4C6-22007F6854D3}" type="presOf" srcId="{576D5CF2-D484-49CA-9AA1-F6035117A368}" destId="{5752EFB0-DDD3-4D91-9E8F-DA4B034E305C}" srcOrd="0" destOrd="0" presId="urn:microsoft.com/office/officeart/2018/5/layout/CenteredIconLabelDescriptionList"/>
    <dgm:cxn modelId="{DB6818C3-B855-4151-8DD7-83496B1FE6D6}" type="presOf" srcId="{DB631226-3C39-4C9C-B875-3756393E2FDF}" destId="{9B32047D-69B4-41DE-8B28-7DC8E43ABB64}" srcOrd="0" destOrd="0" presId="urn:microsoft.com/office/officeart/2018/5/layout/CenteredIconLabelDescriptionList"/>
    <dgm:cxn modelId="{6649EBC7-6BC7-4978-B44E-60381B3CFC52}" type="presOf" srcId="{4B1D8F21-1132-411C-91CE-2B86F088E0C2}" destId="{FBEFBC6A-5F60-4CA6-B79C-7D9E6BC443D6}" srcOrd="0" destOrd="0" presId="urn:microsoft.com/office/officeart/2018/5/layout/CenteredIconLabelDescriptionList"/>
    <dgm:cxn modelId="{B06E52CC-EBB2-4368-924B-AF640647264E}" srcId="{4B62D488-B217-4BE6-8473-4AEECAB76B98}" destId="{DF375779-5107-47A7-A1B8-17A2CBC5E877}" srcOrd="0" destOrd="0" parTransId="{3CB7CBA3-59BE-4F65-B8D8-7228F180138E}" sibTransId="{AB9FB717-4020-4CC9-8A87-EF93CD3A1F78}"/>
    <dgm:cxn modelId="{FD6859D7-EB1D-409E-9ED2-4DBBE517480D}" srcId="{4B62D488-B217-4BE6-8473-4AEECAB76B98}" destId="{0D9DFC42-8955-4E8C-BE91-5DB2CBF78C4E}" srcOrd="2" destOrd="0" parTransId="{8F00834C-B90B-44A2-85CA-BE8D8B45F4E0}" sibTransId="{3EE08274-E10C-455D-8E69-59E84F0E4FAA}"/>
    <dgm:cxn modelId="{D8F89CDE-CB1C-4B7F-A018-C03BFC7DFCCF}" srcId="{9CF4AB32-E06C-4C98-A1EB-C062EC83CB16}" destId="{DB631226-3C39-4C9C-B875-3756393E2FDF}" srcOrd="0" destOrd="0" parTransId="{F39BE862-CBC0-4201-A3B2-8E87635ABBEE}" sibTransId="{906326CA-4CA9-4D6C-97E8-F89E178A886F}"/>
    <dgm:cxn modelId="{6C13CEE6-0099-4B76-8CCB-5CFCC9A1EFCA}" srcId="{576D5CF2-D484-49CA-9AA1-F6035117A368}" destId="{D50AA357-88AC-4E66-91D7-2A3B7CF4BD6F}" srcOrd="0" destOrd="0" parTransId="{144BA47C-8506-4A58-8EEE-38AD41C50903}" sibTransId="{901FD668-A94D-49CC-9639-972DA9D62C52}"/>
    <dgm:cxn modelId="{A674039D-9F99-4D01-8B33-477ABA62948C}" type="presParOf" srcId="{D67995A6-6A40-4780-9C9E-E43D9D90DE7B}" destId="{0A9AF883-961D-4AC1-A84C-2C526F029458}" srcOrd="0" destOrd="0" presId="urn:microsoft.com/office/officeart/2018/5/layout/CenteredIconLabelDescriptionList"/>
    <dgm:cxn modelId="{3E47B399-A761-4E5E-9A53-5FB3188228A6}" type="presParOf" srcId="{0A9AF883-961D-4AC1-A84C-2C526F029458}" destId="{06596698-C8F9-40F9-B507-79722A7CE163}" srcOrd="0" destOrd="0" presId="urn:microsoft.com/office/officeart/2018/5/layout/CenteredIconLabelDescriptionList"/>
    <dgm:cxn modelId="{8BFD9BFA-AC00-406A-8334-0583AB0EF5FA}" type="presParOf" srcId="{0A9AF883-961D-4AC1-A84C-2C526F029458}" destId="{B71D1FFC-B7EA-4044-98F5-B6D3D1F349DD}" srcOrd="1" destOrd="0" presId="urn:microsoft.com/office/officeart/2018/5/layout/CenteredIconLabelDescriptionList"/>
    <dgm:cxn modelId="{A04B8B08-9FCF-42A1-911C-0F2BD3D0C733}" type="presParOf" srcId="{0A9AF883-961D-4AC1-A84C-2C526F029458}" destId="{9B32047D-69B4-41DE-8B28-7DC8E43ABB64}" srcOrd="2" destOrd="0" presId="urn:microsoft.com/office/officeart/2018/5/layout/CenteredIconLabelDescriptionList"/>
    <dgm:cxn modelId="{BD682E97-67F1-4EE8-97AF-AE8CB6751886}" type="presParOf" srcId="{0A9AF883-961D-4AC1-A84C-2C526F029458}" destId="{63CC3111-7EF9-446D-87D4-479E96B6808D}" srcOrd="3" destOrd="0" presId="urn:microsoft.com/office/officeart/2018/5/layout/CenteredIconLabelDescriptionList"/>
    <dgm:cxn modelId="{89D4A276-EDB6-4C9C-A7F8-81DA1446CB6A}" type="presParOf" srcId="{0A9AF883-961D-4AC1-A84C-2C526F029458}" destId="{2CF825E1-A0F3-41E5-B554-1376D19193DA}" srcOrd="4" destOrd="0" presId="urn:microsoft.com/office/officeart/2018/5/layout/CenteredIconLabelDescriptionList"/>
    <dgm:cxn modelId="{57FFD905-1446-41C6-92C9-BFDC8A1AB031}" type="presParOf" srcId="{D67995A6-6A40-4780-9C9E-E43D9D90DE7B}" destId="{C43026CE-F3D8-4D07-A5C9-E6191F20B380}" srcOrd="1" destOrd="0" presId="urn:microsoft.com/office/officeart/2018/5/layout/CenteredIconLabelDescriptionList"/>
    <dgm:cxn modelId="{B02A9807-5056-451B-BA51-33BD803E9F1A}" type="presParOf" srcId="{D67995A6-6A40-4780-9C9E-E43D9D90DE7B}" destId="{83701EA0-62A9-4000-A6E4-73645ECB2882}" srcOrd="2" destOrd="0" presId="urn:microsoft.com/office/officeart/2018/5/layout/CenteredIconLabelDescriptionList"/>
    <dgm:cxn modelId="{3B5AC627-0901-4CF2-B8DA-B5FC58DAA817}" type="presParOf" srcId="{83701EA0-62A9-4000-A6E4-73645ECB2882}" destId="{0DB2DF02-7CBC-4448-B4F5-63BBB18297E6}" srcOrd="0" destOrd="0" presId="urn:microsoft.com/office/officeart/2018/5/layout/CenteredIconLabelDescriptionList"/>
    <dgm:cxn modelId="{5048CF4D-EC02-474D-9D3B-3557A589AF1B}" type="presParOf" srcId="{83701EA0-62A9-4000-A6E4-73645ECB2882}" destId="{B2EB29D1-F951-43C3-936D-B619B598D9A7}" srcOrd="1" destOrd="0" presId="urn:microsoft.com/office/officeart/2018/5/layout/CenteredIconLabelDescriptionList"/>
    <dgm:cxn modelId="{BC982500-6103-451A-A7A8-432DEA7BBA10}" type="presParOf" srcId="{83701EA0-62A9-4000-A6E4-73645ECB2882}" destId="{4A19F181-0775-4031-B3B1-C1AB14F0794D}" srcOrd="2" destOrd="0" presId="urn:microsoft.com/office/officeart/2018/5/layout/CenteredIconLabelDescriptionList"/>
    <dgm:cxn modelId="{D61F8F5B-E97E-4B61-8FE2-D7833F4AF23A}" type="presParOf" srcId="{83701EA0-62A9-4000-A6E4-73645ECB2882}" destId="{F29F09AE-1187-4012-A2D9-D3859BEEEAA3}" srcOrd="3" destOrd="0" presId="urn:microsoft.com/office/officeart/2018/5/layout/CenteredIconLabelDescriptionList"/>
    <dgm:cxn modelId="{A81D2C1C-3826-4F5E-8866-D35E258F7503}" type="presParOf" srcId="{83701EA0-62A9-4000-A6E4-73645ECB2882}" destId="{FBEFBC6A-5F60-4CA6-B79C-7D9E6BC443D6}" srcOrd="4" destOrd="0" presId="urn:microsoft.com/office/officeart/2018/5/layout/CenteredIconLabelDescriptionList"/>
    <dgm:cxn modelId="{C5A6FFBE-CC83-4233-878F-F0F718CFA180}" type="presParOf" srcId="{D67995A6-6A40-4780-9C9E-E43D9D90DE7B}" destId="{3EA06FBD-4A65-4805-A584-6BD7F9751D78}" srcOrd="3" destOrd="0" presId="urn:microsoft.com/office/officeart/2018/5/layout/CenteredIconLabelDescriptionList"/>
    <dgm:cxn modelId="{09EBB6C0-8643-4DBF-BF9C-9A0A81A74706}" type="presParOf" srcId="{D67995A6-6A40-4780-9C9E-E43D9D90DE7B}" destId="{27CC73D5-B290-40DA-89CD-1C00C22EEC55}" srcOrd="4" destOrd="0" presId="urn:microsoft.com/office/officeart/2018/5/layout/CenteredIconLabelDescriptionList"/>
    <dgm:cxn modelId="{51A3E4BB-DEB2-4B62-8155-AF7D02E5A31E}" type="presParOf" srcId="{27CC73D5-B290-40DA-89CD-1C00C22EEC55}" destId="{6AFA7D3D-1482-4BA5-8908-CEB630B009A7}" srcOrd="0" destOrd="0" presId="urn:microsoft.com/office/officeart/2018/5/layout/CenteredIconLabelDescriptionList"/>
    <dgm:cxn modelId="{B8C8513F-80C6-4C77-8420-F1D520901163}" type="presParOf" srcId="{27CC73D5-B290-40DA-89CD-1C00C22EEC55}" destId="{2BB2B854-E71E-4DD2-BD74-DB2873780381}" srcOrd="1" destOrd="0" presId="urn:microsoft.com/office/officeart/2018/5/layout/CenteredIconLabelDescriptionList"/>
    <dgm:cxn modelId="{8568DFFF-8608-44C7-9505-4030E0327625}" type="presParOf" srcId="{27CC73D5-B290-40DA-89CD-1C00C22EEC55}" destId="{5752EFB0-DDD3-4D91-9E8F-DA4B034E305C}" srcOrd="2" destOrd="0" presId="urn:microsoft.com/office/officeart/2018/5/layout/CenteredIconLabelDescriptionList"/>
    <dgm:cxn modelId="{69C795B8-9CC6-4E8A-8D5C-CDC97E419BD3}" type="presParOf" srcId="{27CC73D5-B290-40DA-89CD-1C00C22EEC55}" destId="{FB039EC4-260D-4303-B2F9-4B3BCD88FF21}" srcOrd="3" destOrd="0" presId="urn:microsoft.com/office/officeart/2018/5/layout/CenteredIconLabelDescriptionList"/>
    <dgm:cxn modelId="{D91AD061-60E4-439B-9CBD-09FB055E01F4}" type="presParOf" srcId="{27CC73D5-B290-40DA-89CD-1C00C22EEC55}" destId="{258F7FC9-9781-4713-9C8F-216205CEF6D8}" srcOrd="4" destOrd="0" presId="urn:microsoft.com/office/officeart/2018/5/layout/CenteredIconLabelDescriptionList"/>
    <dgm:cxn modelId="{862A6056-A165-4B22-AD8A-6F8F9013852C}" type="presParOf" srcId="{D67995A6-6A40-4780-9C9E-E43D9D90DE7B}" destId="{B11A6C41-7438-4D0B-A6F0-DDD110644F09}" srcOrd="5" destOrd="0" presId="urn:microsoft.com/office/officeart/2018/5/layout/CenteredIconLabelDescriptionList"/>
    <dgm:cxn modelId="{D74B6836-CCEA-45F6-B071-61F2400B3BE3}" type="presParOf" srcId="{D67995A6-6A40-4780-9C9E-E43D9D90DE7B}" destId="{D1EF7935-BB86-43AB-8BEC-23A76E6277D5}" srcOrd="6" destOrd="0" presId="urn:microsoft.com/office/officeart/2018/5/layout/CenteredIconLabelDescriptionList"/>
    <dgm:cxn modelId="{A89B1510-FE5B-45AB-992F-7E648F03960E}" type="presParOf" srcId="{D1EF7935-BB86-43AB-8BEC-23A76E6277D5}" destId="{71043B12-C833-4A99-85CA-95D1B9EFDF0F}" srcOrd="0" destOrd="0" presId="urn:microsoft.com/office/officeart/2018/5/layout/CenteredIconLabelDescriptionList"/>
    <dgm:cxn modelId="{42F37CFD-DE8E-47D6-8C0B-8B9F77B13C22}" type="presParOf" srcId="{D1EF7935-BB86-43AB-8BEC-23A76E6277D5}" destId="{54229938-BFB5-49EA-A3F6-77FDDF36F168}" srcOrd="1" destOrd="0" presId="urn:microsoft.com/office/officeart/2018/5/layout/CenteredIconLabelDescriptionList"/>
    <dgm:cxn modelId="{55256DE6-8C1C-4F2D-982C-79ED1200ACE6}" type="presParOf" srcId="{D1EF7935-BB86-43AB-8BEC-23A76E6277D5}" destId="{5BB6BEDE-AC1F-46AE-8281-6C4BB0EE6E25}" srcOrd="2" destOrd="0" presId="urn:microsoft.com/office/officeart/2018/5/layout/CenteredIconLabelDescriptionList"/>
    <dgm:cxn modelId="{8A08ABB1-C099-455E-B441-33CD84B65E62}" type="presParOf" srcId="{D1EF7935-BB86-43AB-8BEC-23A76E6277D5}" destId="{485B1BB5-B32D-4A5F-A5ED-05FF1BD9B983}" srcOrd="3" destOrd="0" presId="urn:microsoft.com/office/officeart/2018/5/layout/CenteredIconLabelDescriptionList"/>
    <dgm:cxn modelId="{B1916EDD-CABB-4D06-903D-4F2EC0C9B7AA}" type="presParOf" srcId="{D1EF7935-BB86-43AB-8BEC-23A76E6277D5}" destId="{AD47D463-EC67-419A-A604-EBE503BF7778}"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8845218-3D3E-41C0-A260-47CEFD0D5674}"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31170A8-B037-4D50-8A40-F47F74EE3BC2}">
      <dgm:prSet custT="1"/>
      <dgm:spPr/>
      <dgm:t>
        <a:bodyPr/>
        <a:lstStyle/>
        <a:p>
          <a:pPr>
            <a:lnSpc>
              <a:spcPct val="100000"/>
            </a:lnSpc>
          </a:pPr>
          <a:r>
            <a:rPr lang="en-GB" sz="1800" dirty="0"/>
            <a:t>Multi-Master Protocol : Each node can send data or receive data at any time </a:t>
          </a:r>
          <a:endParaRPr lang="en-US" sz="1800" dirty="0"/>
        </a:p>
      </dgm:t>
    </dgm:pt>
    <dgm:pt modelId="{34147B88-80C7-4E89-AAC4-42A6A4863121}" type="parTrans" cxnId="{4DCD46FB-7B92-47A9-8A62-896FC64FF80E}">
      <dgm:prSet/>
      <dgm:spPr/>
      <dgm:t>
        <a:bodyPr/>
        <a:lstStyle/>
        <a:p>
          <a:endParaRPr lang="en-US"/>
        </a:p>
      </dgm:t>
    </dgm:pt>
    <dgm:pt modelId="{E5B95ABD-44D0-4201-A859-2B0C2E384601}" type="sibTrans" cxnId="{4DCD46FB-7B92-47A9-8A62-896FC64FF80E}">
      <dgm:prSet/>
      <dgm:spPr/>
      <dgm:t>
        <a:bodyPr/>
        <a:lstStyle/>
        <a:p>
          <a:endParaRPr lang="en-US"/>
        </a:p>
      </dgm:t>
    </dgm:pt>
    <dgm:pt modelId="{D25E7008-42BA-4E55-8BBF-F4B4CADE7C84}">
      <dgm:prSet custT="1"/>
      <dgm:spPr/>
      <dgm:t>
        <a:bodyPr/>
        <a:lstStyle/>
        <a:p>
          <a:pPr>
            <a:lnSpc>
              <a:spcPct val="100000"/>
            </a:lnSpc>
          </a:pPr>
          <a:r>
            <a:rPr lang="en-GB" sz="1800" dirty="0"/>
            <a:t>Half-duplex</a:t>
          </a:r>
          <a:r>
            <a:rPr lang="en-GB" sz="1600" dirty="0"/>
            <a:t> </a:t>
          </a:r>
          <a:endParaRPr lang="en-US" sz="1600" dirty="0"/>
        </a:p>
      </dgm:t>
    </dgm:pt>
    <dgm:pt modelId="{9F37E29C-A03C-4F3A-A2BB-1E2BDDA16C1A}" type="parTrans" cxnId="{95CD9A7E-D91B-4329-B155-D266CF538E56}">
      <dgm:prSet/>
      <dgm:spPr/>
      <dgm:t>
        <a:bodyPr/>
        <a:lstStyle/>
        <a:p>
          <a:endParaRPr lang="en-US"/>
        </a:p>
      </dgm:t>
    </dgm:pt>
    <dgm:pt modelId="{68F2A083-9938-4E6B-B528-C0DEE0BF255B}" type="sibTrans" cxnId="{95CD9A7E-D91B-4329-B155-D266CF538E56}">
      <dgm:prSet/>
      <dgm:spPr/>
      <dgm:t>
        <a:bodyPr/>
        <a:lstStyle/>
        <a:p>
          <a:endParaRPr lang="en-US"/>
        </a:p>
      </dgm:t>
    </dgm:pt>
    <dgm:pt modelId="{0C2E5923-F3BE-4FFF-A97D-E13CE686591D}">
      <dgm:prSet custT="1"/>
      <dgm:spPr/>
      <dgm:t>
        <a:bodyPr/>
        <a:lstStyle/>
        <a:p>
          <a:pPr>
            <a:lnSpc>
              <a:spcPct val="100000"/>
            </a:lnSpc>
          </a:pPr>
          <a:r>
            <a:rPr lang="en-GB" sz="1800" dirty="0"/>
            <a:t>fault-tolerant protocol that fits well with the requirements of automotive applications. </a:t>
          </a:r>
          <a:endParaRPr lang="en-US" sz="1800" dirty="0"/>
        </a:p>
      </dgm:t>
    </dgm:pt>
    <dgm:pt modelId="{2BC8FD24-B3BA-4D81-9AB9-21B36F153D72}" type="parTrans" cxnId="{6E758990-A8D3-4341-AE2D-7698178F130D}">
      <dgm:prSet/>
      <dgm:spPr/>
      <dgm:t>
        <a:bodyPr/>
        <a:lstStyle/>
        <a:p>
          <a:endParaRPr lang="en-US"/>
        </a:p>
      </dgm:t>
    </dgm:pt>
    <dgm:pt modelId="{1922E312-3B36-4CB3-BCBB-5F8DE2ABBD13}" type="sibTrans" cxnId="{6E758990-A8D3-4341-AE2D-7698178F130D}">
      <dgm:prSet/>
      <dgm:spPr/>
      <dgm:t>
        <a:bodyPr/>
        <a:lstStyle/>
        <a:p>
          <a:endParaRPr lang="en-US"/>
        </a:p>
      </dgm:t>
    </dgm:pt>
    <dgm:pt modelId="{64EEF50B-C733-423B-B947-3FFD20DB57D3}">
      <dgm:prSet custT="1"/>
      <dgm:spPr/>
      <dgm:t>
        <a:bodyPr/>
        <a:lstStyle/>
        <a:p>
          <a:pPr>
            <a:lnSpc>
              <a:spcPct val="100000"/>
            </a:lnSpc>
          </a:pPr>
          <a:r>
            <a:rPr lang="en-GB" sz="1800" dirty="0"/>
            <a:t>Simple</a:t>
          </a:r>
          <a:r>
            <a:rPr lang="en-GB" sz="1600" dirty="0"/>
            <a:t> </a:t>
          </a:r>
          <a:endParaRPr lang="en-US" sz="1600" dirty="0"/>
        </a:p>
      </dgm:t>
    </dgm:pt>
    <dgm:pt modelId="{D9F527A1-2ADF-43AF-ADA3-A9B178EEB2B8}" type="parTrans" cxnId="{0757F6A3-529A-4A4B-8476-7BFCFA1EF686}">
      <dgm:prSet/>
      <dgm:spPr/>
      <dgm:t>
        <a:bodyPr/>
        <a:lstStyle/>
        <a:p>
          <a:endParaRPr lang="en-US"/>
        </a:p>
      </dgm:t>
    </dgm:pt>
    <dgm:pt modelId="{D55E59DE-7F6D-4B12-BD7D-97E15ECAD146}" type="sibTrans" cxnId="{0757F6A3-529A-4A4B-8476-7BFCFA1EF686}">
      <dgm:prSet/>
      <dgm:spPr/>
      <dgm:t>
        <a:bodyPr/>
        <a:lstStyle/>
        <a:p>
          <a:endParaRPr lang="en-US"/>
        </a:p>
      </dgm:t>
    </dgm:pt>
    <dgm:pt modelId="{AE822835-8D49-47A8-888C-993416C3DD34}">
      <dgm:prSet custT="1"/>
      <dgm:spPr/>
      <dgm:t>
        <a:bodyPr/>
        <a:lstStyle/>
        <a:p>
          <a:pPr>
            <a:lnSpc>
              <a:spcPct val="100000"/>
            </a:lnSpc>
          </a:pPr>
          <a:r>
            <a:rPr lang="en-GB" sz="1800" dirty="0"/>
            <a:t>Low-cost</a:t>
          </a:r>
          <a:r>
            <a:rPr lang="en-GB" sz="1600" dirty="0"/>
            <a:t> </a:t>
          </a:r>
          <a:endParaRPr lang="en-US" sz="1600" dirty="0"/>
        </a:p>
      </dgm:t>
    </dgm:pt>
    <dgm:pt modelId="{027DBAE9-C009-4FFB-8632-5F6481557274}" type="parTrans" cxnId="{D226EBD6-48F1-4075-975B-C328B3607AF9}">
      <dgm:prSet/>
      <dgm:spPr/>
      <dgm:t>
        <a:bodyPr/>
        <a:lstStyle/>
        <a:p>
          <a:endParaRPr lang="en-US"/>
        </a:p>
      </dgm:t>
    </dgm:pt>
    <dgm:pt modelId="{031726F5-9E88-4FA6-AF05-44BD1D1FB002}" type="sibTrans" cxnId="{D226EBD6-48F1-4075-975B-C328B3607AF9}">
      <dgm:prSet/>
      <dgm:spPr/>
      <dgm:t>
        <a:bodyPr/>
        <a:lstStyle/>
        <a:p>
          <a:endParaRPr lang="en-US"/>
        </a:p>
      </dgm:t>
    </dgm:pt>
    <dgm:pt modelId="{BA389357-DCEC-4AF5-A76B-5C9A01DF218D}">
      <dgm:prSet custT="1"/>
      <dgm:spPr/>
      <dgm:t>
        <a:bodyPr/>
        <a:lstStyle/>
        <a:p>
          <a:pPr>
            <a:lnSpc>
              <a:spcPct val="100000"/>
            </a:lnSpc>
          </a:pPr>
          <a:r>
            <a:rPr lang="en-GB" sz="1800" dirty="0"/>
            <a:t>reliable </a:t>
          </a:r>
          <a:endParaRPr lang="en-US" sz="1800" dirty="0"/>
        </a:p>
      </dgm:t>
    </dgm:pt>
    <dgm:pt modelId="{DCAC7C58-BD47-4602-BBFA-B4B58FBB4FA0}" type="parTrans" cxnId="{3D123BE9-AD68-4F91-9699-AC147B64649C}">
      <dgm:prSet/>
      <dgm:spPr/>
      <dgm:t>
        <a:bodyPr/>
        <a:lstStyle/>
        <a:p>
          <a:endParaRPr lang="en-US"/>
        </a:p>
      </dgm:t>
    </dgm:pt>
    <dgm:pt modelId="{A05485A9-528B-4520-B8E0-B4B267E681C5}" type="sibTrans" cxnId="{3D123BE9-AD68-4F91-9699-AC147B64649C}">
      <dgm:prSet/>
      <dgm:spPr/>
      <dgm:t>
        <a:bodyPr/>
        <a:lstStyle/>
        <a:p>
          <a:endParaRPr lang="en-US"/>
        </a:p>
      </dgm:t>
    </dgm:pt>
    <dgm:pt modelId="{1F9A23B7-A688-4C34-82AC-EBBA93F85BB9}">
      <dgm:prSet custT="1"/>
      <dgm:spPr/>
      <dgm:t>
        <a:bodyPr/>
        <a:lstStyle/>
        <a:p>
          <a:pPr>
            <a:lnSpc>
              <a:spcPct val="100000"/>
            </a:lnSpc>
          </a:pPr>
          <a:r>
            <a:rPr lang="en-GB" sz="1800" dirty="0"/>
            <a:t>can be used in harsh environments. The CAN bus provides one point of entry for all the ECUs in the vehicle, which makes it easy to connect and diagnose.</a:t>
          </a:r>
          <a:endParaRPr lang="en-US" sz="1800" dirty="0"/>
        </a:p>
      </dgm:t>
    </dgm:pt>
    <dgm:pt modelId="{FBC5A59A-0D2C-4C2E-A30B-213EEC2A9FA4}" type="parTrans" cxnId="{54AE7F9F-B1BC-469D-8647-54A31E8EFF97}">
      <dgm:prSet/>
      <dgm:spPr/>
      <dgm:t>
        <a:bodyPr/>
        <a:lstStyle/>
        <a:p>
          <a:endParaRPr lang="en-US"/>
        </a:p>
      </dgm:t>
    </dgm:pt>
    <dgm:pt modelId="{1E617E23-8166-4ACA-9CE2-B0D7722ED319}" type="sibTrans" cxnId="{54AE7F9F-B1BC-469D-8647-54A31E8EFF97}">
      <dgm:prSet/>
      <dgm:spPr/>
      <dgm:t>
        <a:bodyPr/>
        <a:lstStyle/>
        <a:p>
          <a:endParaRPr lang="en-US"/>
        </a:p>
      </dgm:t>
    </dgm:pt>
    <dgm:pt modelId="{B63472A7-A884-4140-BB46-C3A90ED68261}" type="pres">
      <dgm:prSet presAssocID="{68845218-3D3E-41C0-A260-47CEFD0D5674}" presName="root" presStyleCnt="0">
        <dgm:presLayoutVars>
          <dgm:dir/>
          <dgm:resizeHandles val="exact"/>
        </dgm:presLayoutVars>
      </dgm:prSet>
      <dgm:spPr/>
    </dgm:pt>
    <dgm:pt modelId="{735B4231-71BA-400E-B0F5-4BC9BE303F07}" type="pres">
      <dgm:prSet presAssocID="{D31170A8-B037-4D50-8A40-F47F74EE3BC2}" presName="compNode" presStyleCnt="0"/>
      <dgm:spPr/>
    </dgm:pt>
    <dgm:pt modelId="{C8558CD4-E6A4-4283-85E2-FA4A2DFD437B}" type="pres">
      <dgm:prSet presAssocID="{D31170A8-B037-4D50-8A40-F47F74EE3BC2}" presName="bgRect" presStyleLbl="bgShp" presStyleIdx="0" presStyleCnt="7"/>
      <dgm:spPr/>
    </dgm:pt>
    <dgm:pt modelId="{71E61F58-9ED9-4F5C-8FCD-18B258D93019}" type="pres">
      <dgm:prSet presAssocID="{D31170A8-B037-4D50-8A40-F47F74EE3BC2}"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erver"/>
        </a:ext>
      </dgm:extLst>
    </dgm:pt>
    <dgm:pt modelId="{5DD8A7E7-D343-4BDB-8E64-414B90AD7F69}" type="pres">
      <dgm:prSet presAssocID="{D31170A8-B037-4D50-8A40-F47F74EE3BC2}" presName="spaceRect" presStyleCnt="0"/>
      <dgm:spPr/>
    </dgm:pt>
    <dgm:pt modelId="{5BDEA630-5A7E-4D4D-A67F-C1D77C0AB697}" type="pres">
      <dgm:prSet presAssocID="{D31170A8-B037-4D50-8A40-F47F74EE3BC2}" presName="parTx" presStyleLbl="revTx" presStyleIdx="0" presStyleCnt="7">
        <dgm:presLayoutVars>
          <dgm:chMax val="0"/>
          <dgm:chPref val="0"/>
        </dgm:presLayoutVars>
      </dgm:prSet>
      <dgm:spPr/>
    </dgm:pt>
    <dgm:pt modelId="{04D287CC-F38E-4B2A-83E4-590654EF62D2}" type="pres">
      <dgm:prSet presAssocID="{E5B95ABD-44D0-4201-A859-2B0C2E384601}" presName="sibTrans" presStyleCnt="0"/>
      <dgm:spPr/>
    </dgm:pt>
    <dgm:pt modelId="{A6529F0D-F2C3-486A-A130-0F3F4E016E8C}" type="pres">
      <dgm:prSet presAssocID="{D25E7008-42BA-4E55-8BBF-F4B4CADE7C84}" presName="compNode" presStyleCnt="0"/>
      <dgm:spPr/>
    </dgm:pt>
    <dgm:pt modelId="{64E21C2F-EC76-4244-80CD-AE6F54DCFAA7}" type="pres">
      <dgm:prSet presAssocID="{D25E7008-42BA-4E55-8BBF-F4B4CADE7C84}" presName="bgRect" presStyleLbl="bgShp" presStyleIdx="1" presStyleCnt="7"/>
      <dgm:spPr/>
    </dgm:pt>
    <dgm:pt modelId="{B1A7D801-C0BC-48EA-8CB6-C97F894C8958}" type="pres">
      <dgm:prSet presAssocID="{D25E7008-42BA-4E55-8BBF-F4B4CADE7C84}"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aze"/>
        </a:ext>
      </dgm:extLst>
    </dgm:pt>
    <dgm:pt modelId="{94010546-2566-4DA4-B3DA-8DFEBB4C19C8}" type="pres">
      <dgm:prSet presAssocID="{D25E7008-42BA-4E55-8BBF-F4B4CADE7C84}" presName="spaceRect" presStyleCnt="0"/>
      <dgm:spPr/>
    </dgm:pt>
    <dgm:pt modelId="{248EC37A-51A3-463D-AA0A-51588511479E}" type="pres">
      <dgm:prSet presAssocID="{D25E7008-42BA-4E55-8BBF-F4B4CADE7C84}" presName="parTx" presStyleLbl="revTx" presStyleIdx="1" presStyleCnt="7">
        <dgm:presLayoutVars>
          <dgm:chMax val="0"/>
          <dgm:chPref val="0"/>
        </dgm:presLayoutVars>
      </dgm:prSet>
      <dgm:spPr/>
    </dgm:pt>
    <dgm:pt modelId="{3A8004D4-E73C-4A1A-8012-98F4DE106374}" type="pres">
      <dgm:prSet presAssocID="{68F2A083-9938-4E6B-B528-C0DEE0BF255B}" presName="sibTrans" presStyleCnt="0"/>
      <dgm:spPr/>
    </dgm:pt>
    <dgm:pt modelId="{53F73DB8-F93E-4EE1-89D7-59E1472B4601}" type="pres">
      <dgm:prSet presAssocID="{0C2E5923-F3BE-4FFF-A97D-E13CE686591D}" presName="compNode" presStyleCnt="0"/>
      <dgm:spPr/>
    </dgm:pt>
    <dgm:pt modelId="{C12605FA-4579-4E29-971E-ED2A1F412F9A}" type="pres">
      <dgm:prSet presAssocID="{0C2E5923-F3BE-4FFF-A97D-E13CE686591D}" presName="bgRect" presStyleLbl="bgShp" presStyleIdx="2" presStyleCnt="7"/>
      <dgm:spPr/>
    </dgm:pt>
    <dgm:pt modelId="{9A135B89-41E4-4862-83E1-C58D4AAF6338}" type="pres">
      <dgm:prSet presAssocID="{0C2E5923-F3BE-4FFF-A97D-E13CE686591D}"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cooter"/>
        </a:ext>
      </dgm:extLst>
    </dgm:pt>
    <dgm:pt modelId="{61A3E3FA-F8D8-4E0E-8DC9-D860E8983944}" type="pres">
      <dgm:prSet presAssocID="{0C2E5923-F3BE-4FFF-A97D-E13CE686591D}" presName="spaceRect" presStyleCnt="0"/>
      <dgm:spPr/>
    </dgm:pt>
    <dgm:pt modelId="{1FE7D986-7E0E-48A1-AF55-14CADFCFA2C5}" type="pres">
      <dgm:prSet presAssocID="{0C2E5923-F3BE-4FFF-A97D-E13CE686591D}" presName="parTx" presStyleLbl="revTx" presStyleIdx="2" presStyleCnt="7">
        <dgm:presLayoutVars>
          <dgm:chMax val="0"/>
          <dgm:chPref val="0"/>
        </dgm:presLayoutVars>
      </dgm:prSet>
      <dgm:spPr/>
    </dgm:pt>
    <dgm:pt modelId="{6A258BE4-B68A-4E52-AAAC-4698E1CF28B8}" type="pres">
      <dgm:prSet presAssocID="{1922E312-3B36-4CB3-BCBB-5F8DE2ABBD13}" presName="sibTrans" presStyleCnt="0"/>
      <dgm:spPr/>
    </dgm:pt>
    <dgm:pt modelId="{E93D3892-F331-4EA5-B18C-921C6D14A2FC}" type="pres">
      <dgm:prSet presAssocID="{64EEF50B-C733-423B-B947-3FFD20DB57D3}" presName="compNode" presStyleCnt="0"/>
      <dgm:spPr/>
    </dgm:pt>
    <dgm:pt modelId="{054FC105-72DD-41BE-81A2-5ABDC4F40801}" type="pres">
      <dgm:prSet presAssocID="{64EEF50B-C733-423B-B947-3FFD20DB57D3}" presName="bgRect" presStyleLbl="bgShp" presStyleIdx="3" presStyleCnt="7"/>
      <dgm:spPr/>
    </dgm:pt>
    <dgm:pt modelId="{EC0BBE00-C43D-4FDF-AC65-CB30D0AC4CC4}" type="pres">
      <dgm:prSet presAssocID="{64EEF50B-C733-423B-B947-3FFD20DB57D3}"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heckmark"/>
        </a:ext>
      </dgm:extLst>
    </dgm:pt>
    <dgm:pt modelId="{232F2DC9-DE04-4C45-90AD-BC66ACD1999A}" type="pres">
      <dgm:prSet presAssocID="{64EEF50B-C733-423B-B947-3FFD20DB57D3}" presName="spaceRect" presStyleCnt="0"/>
      <dgm:spPr/>
    </dgm:pt>
    <dgm:pt modelId="{F011E25B-A73C-4B8A-9DDA-63EDA6FB7927}" type="pres">
      <dgm:prSet presAssocID="{64EEF50B-C733-423B-B947-3FFD20DB57D3}" presName="parTx" presStyleLbl="revTx" presStyleIdx="3" presStyleCnt="7">
        <dgm:presLayoutVars>
          <dgm:chMax val="0"/>
          <dgm:chPref val="0"/>
        </dgm:presLayoutVars>
      </dgm:prSet>
      <dgm:spPr/>
    </dgm:pt>
    <dgm:pt modelId="{BFF22BF1-1BD9-4387-83AC-D6A0B838D34B}" type="pres">
      <dgm:prSet presAssocID="{D55E59DE-7F6D-4B12-BD7D-97E15ECAD146}" presName="sibTrans" presStyleCnt="0"/>
      <dgm:spPr/>
    </dgm:pt>
    <dgm:pt modelId="{0DA28D03-7D73-443E-B8F9-0BD6326F88B2}" type="pres">
      <dgm:prSet presAssocID="{AE822835-8D49-47A8-888C-993416C3DD34}" presName="compNode" presStyleCnt="0"/>
      <dgm:spPr/>
    </dgm:pt>
    <dgm:pt modelId="{310E8FDC-A331-44DD-9DA2-B1176B7BF294}" type="pres">
      <dgm:prSet presAssocID="{AE822835-8D49-47A8-888C-993416C3DD34}" presName="bgRect" presStyleLbl="bgShp" presStyleIdx="4" presStyleCnt="7"/>
      <dgm:spPr/>
    </dgm:pt>
    <dgm:pt modelId="{A8448F8B-D914-4DB4-80D3-C1E575832100}" type="pres">
      <dgm:prSet presAssocID="{AE822835-8D49-47A8-888C-993416C3DD34}"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Money"/>
        </a:ext>
      </dgm:extLst>
    </dgm:pt>
    <dgm:pt modelId="{3FBD03BF-BFB7-4AE1-9F32-05A7A9411F9B}" type="pres">
      <dgm:prSet presAssocID="{AE822835-8D49-47A8-888C-993416C3DD34}" presName="spaceRect" presStyleCnt="0"/>
      <dgm:spPr/>
    </dgm:pt>
    <dgm:pt modelId="{0738DECC-EB02-4140-B920-5DEA55526A4C}" type="pres">
      <dgm:prSet presAssocID="{AE822835-8D49-47A8-888C-993416C3DD34}" presName="parTx" presStyleLbl="revTx" presStyleIdx="4" presStyleCnt="7">
        <dgm:presLayoutVars>
          <dgm:chMax val="0"/>
          <dgm:chPref val="0"/>
        </dgm:presLayoutVars>
      </dgm:prSet>
      <dgm:spPr/>
    </dgm:pt>
    <dgm:pt modelId="{98E70404-F5BC-4F2F-A8DB-C0E1EC58675E}" type="pres">
      <dgm:prSet presAssocID="{031726F5-9E88-4FA6-AF05-44BD1D1FB002}" presName="sibTrans" presStyleCnt="0"/>
      <dgm:spPr/>
    </dgm:pt>
    <dgm:pt modelId="{67282CA0-F8FF-49C9-869E-C251B2CEDCD0}" type="pres">
      <dgm:prSet presAssocID="{BA389357-DCEC-4AF5-A76B-5C9A01DF218D}" presName="compNode" presStyleCnt="0"/>
      <dgm:spPr/>
    </dgm:pt>
    <dgm:pt modelId="{01ADB4FF-9560-4B8A-A8D8-BE095DFA91E5}" type="pres">
      <dgm:prSet presAssocID="{BA389357-DCEC-4AF5-A76B-5C9A01DF218D}" presName="bgRect" presStyleLbl="bgShp" presStyleIdx="5" presStyleCnt="7"/>
      <dgm:spPr/>
    </dgm:pt>
    <dgm:pt modelId="{491225CF-06A2-4DF0-B817-71E6771DF84A}" type="pres">
      <dgm:prSet presAssocID="{BA389357-DCEC-4AF5-A76B-5C9A01DF218D}"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Ribbon"/>
        </a:ext>
      </dgm:extLst>
    </dgm:pt>
    <dgm:pt modelId="{EF79E5B6-BDCC-4348-9248-8D2BECA996E3}" type="pres">
      <dgm:prSet presAssocID="{BA389357-DCEC-4AF5-A76B-5C9A01DF218D}" presName="spaceRect" presStyleCnt="0"/>
      <dgm:spPr/>
    </dgm:pt>
    <dgm:pt modelId="{1AEF506E-1133-4E09-B857-A1CD4E1313B3}" type="pres">
      <dgm:prSet presAssocID="{BA389357-DCEC-4AF5-A76B-5C9A01DF218D}" presName="parTx" presStyleLbl="revTx" presStyleIdx="5" presStyleCnt="7">
        <dgm:presLayoutVars>
          <dgm:chMax val="0"/>
          <dgm:chPref val="0"/>
        </dgm:presLayoutVars>
      </dgm:prSet>
      <dgm:spPr/>
    </dgm:pt>
    <dgm:pt modelId="{06C29895-1AA3-422F-9EEA-7E5362721774}" type="pres">
      <dgm:prSet presAssocID="{A05485A9-528B-4520-B8E0-B4B267E681C5}" presName="sibTrans" presStyleCnt="0"/>
      <dgm:spPr/>
    </dgm:pt>
    <dgm:pt modelId="{7F68F5B9-7308-408C-B30A-271E001A71B3}" type="pres">
      <dgm:prSet presAssocID="{1F9A23B7-A688-4C34-82AC-EBBA93F85BB9}" presName="compNode" presStyleCnt="0"/>
      <dgm:spPr/>
    </dgm:pt>
    <dgm:pt modelId="{AB26A86F-D30E-454E-A0B5-E8DC43768465}" type="pres">
      <dgm:prSet presAssocID="{1F9A23B7-A688-4C34-82AC-EBBA93F85BB9}" presName="bgRect" presStyleLbl="bgShp" presStyleIdx="6" presStyleCnt="7"/>
      <dgm:spPr/>
    </dgm:pt>
    <dgm:pt modelId="{E4929462-5C0D-41B3-8B78-6A1FE54E12C1}" type="pres">
      <dgm:prSet presAssocID="{1F9A23B7-A688-4C34-82AC-EBBA93F85BB9}"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dgm:spPr>
      <dgm:extLst>
        <a:ext uri="{E40237B7-FDA0-4F09-8148-C483321AD2D9}">
          <dgm14:cNvPr xmlns:dgm14="http://schemas.microsoft.com/office/drawing/2010/diagram" id="0" name="" descr="Bus"/>
        </a:ext>
      </dgm:extLst>
    </dgm:pt>
    <dgm:pt modelId="{A598BD2B-5CF2-48C9-A09F-3A501AB30764}" type="pres">
      <dgm:prSet presAssocID="{1F9A23B7-A688-4C34-82AC-EBBA93F85BB9}" presName="spaceRect" presStyleCnt="0"/>
      <dgm:spPr/>
    </dgm:pt>
    <dgm:pt modelId="{D73288B0-0573-43F8-A632-B56B206B7A69}" type="pres">
      <dgm:prSet presAssocID="{1F9A23B7-A688-4C34-82AC-EBBA93F85BB9}" presName="parTx" presStyleLbl="revTx" presStyleIdx="6" presStyleCnt="7" custScaleY="134067">
        <dgm:presLayoutVars>
          <dgm:chMax val="0"/>
          <dgm:chPref val="0"/>
        </dgm:presLayoutVars>
      </dgm:prSet>
      <dgm:spPr/>
    </dgm:pt>
  </dgm:ptLst>
  <dgm:cxnLst>
    <dgm:cxn modelId="{E0F55A3B-1109-4256-B3F2-4A7580881749}" type="presOf" srcId="{AE822835-8D49-47A8-888C-993416C3DD34}" destId="{0738DECC-EB02-4140-B920-5DEA55526A4C}" srcOrd="0" destOrd="0" presId="urn:microsoft.com/office/officeart/2018/2/layout/IconVerticalSolidList"/>
    <dgm:cxn modelId="{90C5FB62-F2F0-4982-A9D8-A8551D13AF0C}" type="presOf" srcId="{1F9A23B7-A688-4C34-82AC-EBBA93F85BB9}" destId="{D73288B0-0573-43F8-A632-B56B206B7A69}" srcOrd="0" destOrd="0" presId="urn:microsoft.com/office/officeart/2018/2/layout/IconVerticalSolidList"/>
    <dgm:cxn modelId="{472E154B-9589-4165-B1C4-F3DED95E3B7D}" type="presOf" srcId="{64EEF50B-C733-423B-B947-3FFD20DB57D3}" destId="{F011E25B-A73C-4B8A-9DDA-63EDA6FB7927}" srcOrd="0" destOrd="0" presId="urn:microsoft.com/office/officeart/2018/2/layout/IconVerticalSolidList"/>
    <dgm:cxn modelId="{D7333D71-A871-4E8E-B528-859E8DB20D50}" type="presOf" srcId="{D31170A8-B037-4D50-8A40-F47F74EE3BC2}" destId="{5BDEA630-5A7E-4D4D-A67F-C1D77C0AB697}" srcOrd="0" destOrd="0" presId="urn:microsoft.com/office/officeart/2018/2/layout/IconVerticalSolidList"/>
    <dgm:cxn modelId="{9A46D257-35F6-405B-9F78-0E8BBD4AD56C}" type="presOf" srcId="{0C2E5923-F3BE-4FFF-A97D-E13CE686591D}" destId="{1FE7D986-7E0E-48A1-AF55-14CADFCFA2C5}" srcOrd="0" destOrd="0" presId="urn:microsoft.com/office/officeart/2018/2/layout/IconVerticalSolidList"/>
    <dgm:cxn modelId="{95CD9A7E-D91B-4329-B155-D266CF538E56}" srcId="{68845218-3D3E-41C0-A260-47CEFD0D5674}" destId="{D25E7008-42BA-4E55-8BBF-F4B4CADE7C84}" srcOrd="1" destOrd="0" parTransId="{9F37E29C-A03C-4F3A-A2BB-1E2BDDA16C1A}" sibTransId="{68F2A083-9938-4E6B-B528-C0DEE0BF255B}"/>
    <dgm:cxn modelId="{6E758990-A8D3-4341-AE2D-7698178F130D}" srcId="{68845218-3D3E-41C0-A260-47CEFD0D5674}" destId="{0C2E5923-F3BE-4FFF-A97D-E13CE686591D}" srcOrd="2" destOrd="0" parTransId="{2BC8FD24-B3BA-4D81-9AB9-21B36F153D72}" sibTransId="{1922E312-3B36-4CB3-BCBB-5F8DE2ABBD13}"/>
    <dgm:cxn modelId="{775E6B92-FCAF-406B-96C7-8C14526BABB9}" type="presOf" srcId="{D25E7008-42BA-4E55-8BBF-F4B4CADE7C84}" destId="{248EC37A-51A3-463D-AA0A-51588511479E}" srcOrd="0" destOrd="0" presId="urn:microsoft.com/office/officeart/2018/2/layout/IconVerticalSolidList"/>
    <dgm:cxn modelId="{4ECAFE94-A044-4C8B-85CD-A4380B3AA8A8}" type="presOf" srcId="{BA389357-DCEC-4AF5-A76B-5C9A01DF218D}" destId="{1AEF506E-1133-4E09-B857-A1CD4E1313B3}" srcOrd="0" destOrd="0" presId="urn:microsoft.com/office/officeart/2018/2/layout/IconVerticalSolidList"/>
    <dgm:cxn modelId="{54AE7F9F-B1BC-469D-8647-54A31E8EFF97}" srcId="{68845218-3D3E-41C0-A260-47CEFD0D5674}" destId="{1F9A23B7-A688-4C34-82AC-EBBA93F85BB9}" srcOrd="6" destOrd="0" parTransId="{FBC5A59A-0D2C-4C2E-A30B-213EEC2A9FA4}" sibTransId="{1E617E23-8166-4ACA-9CE2-B0D7722ED319}"/>
    <dgm:cxn modelId="{0757F6A3-529A-4A4B-8476-7BFCFA1EF686}" srcId="{68845218-3D3E-41C0-A260-47CEFD0D5674}" destId="{64EEF50B-C733-423B-B947-3FFD20DB57D3}" srcOrd="3" destOrd="0" parTransId="{D9F527A1-2ADF-43AF-ADA3-A9B178EEB2B8}" sibTransId="{D55E59DE-7F6D-4B12-BD7D-97E15ECAD146}"/>
    <dgm:cxn modelId="{0B5DFDBD-4FA7-4371-9DF5-D0B370035CF1}" type="presOf" srcId="{68845218-3D3E-41C0-A260-47CEFD0D5674}" destId="{B63472A7-A884-4140-BB46-C3A90ED68261}" srcOrd="0" destOrd="0" presId="urn:microsoft.com/office/officeart/2018/2/layout/IconVerticalSolidList"/>
    <dgm:cxn modelId="{D226EBD6-48F1-4075-975B-C328B3607AF9}" srcId="{68845218-3D3E-41C0-A260-47CEFD0D5674}" destId="{AE822835-8D49-47A8-888C-993416C3DD34}" srcOrd="4" destOrd="0" parTransId="{027DBAE9-C009-4FFB-8632-5F6481557274}" sibTransId="{031726F5-9E88-4FA6-AF05-44BD1D1FB002}"/>
    <dgm:cxn modelId="{3D123BE9-AD68-4F91-9699-AC147B64649C}" srcId="{68845218-3D3E-41C0-A260-47CEFD0D5674}" destId="{BA389357-DCEC-4AF5-A76B-5C9A01DF218D}" srcOrd="5" destOrd="0" parTransId="{DCAC7C58-BD47-4602-BBFA-B4B58FBB4FA0}" sibTransId="{A05485A9-528B-4520-B8E0-B4B267E681C5}"/>
    <dgm:cxn modelId="{4DCD46FB-7B92-47A9-8A62-896FC64FF80E}" srcId="{68845218-3D3E-41C0-A260-47CEFD0D5674}" destId="{D31170A8-B037-4D50-8A40-F47F74EE3BC2}" srcOrd="0" destOrd="0" parTransId="{34147B88-80C7-4E89-AAC4-42A6A4863121}" sibTransId="{E5B95ABD-44D0-4201-A859-2B0C2E384601}"/>
    <dgm:cxn modelId="{17FAEBBE-F6B8-475A-978F-D6B1950E1DE4}" type="presParOf" srcId="{B63472A7-A884-4140-BB46-C3A90ED68261}" destId="{735B4231-71BA-400E-B0F5-4BC9BE303F07}" srcOrd="0" destOrd="0" presId="urn:microsoft.com/office/officeart/2018/2/layout/IconVerticalSolidList"/>
    <dgm:cxn modelId="{0B737E81-733F-4A2F-B3FD-283041642B97}" type="presParOf" srcId="{735B4231-71BA-400E-B0F5-4BC9BE303F07}" destId="{C8558CD4-E6A4-4283-85E2-FA4A2DFD437B}" srcOrd="0" destOrd="0" presId="urn:microsoft.com/office/officeart/2018/2/layout/IconVerticalSolidList"/>
    <dgm:cxn modelId="{A675A9F8-BCB1-4792-A29A-EBD6550E15EE}" type="presParOf" srcId="{735B4231-71BA-400E-B0F5-4BC9BE303F07}" destId="{71E61F58-9ED9-4F5C-8FCD-18B258D93019}" srcOrd="1" destOrd="0" presId="urn:microsoft.com/office/officeart/2018/2/layout/IconVerticalSolidList"/>
    <dgm:cxn modelId="{DFADF2E7-4331-4B42-9437-EC5E1557A6A6}" type="presParOf" srcId="{735B4231-71BA-400E-B0F5-4BC9BE303F07}" destId="{5DD8A7E7-D343-4BDB-8E64-414B90AD7F69}" srcOrd="2" destOrd="0" presId="urn:microsoft.com/office/officeart/2018/2/layout/IconVerticalSolidList"/>
    <dgm:cxn modelId="{498E2867-7DAF-49A0-B57F-6DC31390EB96}" type="presParOf" srcId="{735B4231-71BA-400E-B0F5-4BC9BE303F07}" destId="{5BDEA630-5A7E-4D4D-A67F-C1D77C0AB697}" srcOrd="3" destOrd="0" presId="urn:microsoft.com/office/officeart/2018/2/layout/IconVerticalSolidList"/>
    <dgm:cxn modelId="{5AEBC219-1618-46DA-B447-F30F06A7F998}" type="presParOf" srcId="{B63472A7-A884-4140-BB46-C3A90ED68261}" destId="{04D287CC-F38E-4B2A-83E4-590654EF62D2}" srcOrd="1" destOrd="0" presId="urn:microsoft.com/office/officeart/2018/2/layout/IconVerticalSolidList"/>
    <dgm:cxn modelId="{939067E7-6032-471B-9232-116C56841B05}" type="presParOf" srcId="{B63472A7-A884-4140-BB46-C3A90ED68261}" destId="{A6529F0D-F2C3-486A-A130-0F3F4E016E8C}" srcOrd="2" destOrd="0" presId="urn:microsoft.com/office/officeart/2018/2/layout/IconVerticalSolidList"/>
    <dgm:cxn modelId="{9C9651C1-752E-4DF5-B5E6-AA4BAE1E2A4A}" type="presParOf" srcId="{A6529F0D-F2C3-486A-A130-0F3F4E016E8C}" destId="{64E21C2F-EC76-4244-80CD-AE6F54DCFAA7}" srcOrd="0" destOrd="0" presId="urn:microsoft.com/office/officeart/2018/2/layout/IconVerticalSolidList"/>
    <dgm:cxn modelId="{2D0CAD6F-854D-4754-92A7-839C74345B62}" type="presParOf" srcId="{A6529F0D-F2C3-486A-A130-0F3F4E016E8C}" destId="{B1A7D801-C0BC-48EA-8CB6-C97F894C8958}" srcOrd="1" destOrd="0" presId="urn:microsoft.com/office/officeart/2018/2/layout/IconVerticalSolidList"/>
    <dgm:cxn modelId="{6B5BB668-DB45-4031-B631-A483F9C63138}" type="presParOf" srcId="{A6529F0D-F2C3-486A-A130-0F3F4E016E8C}" destId="{94010546-2566-4DA4-B3DA-8DFEBB4C19C8}" srcOrd="2" destOrd="0" presId="urn:microsoft.com/office/officeart/2018/2/layout/IconVerticalSolidList"/>
    <dgm:cxn modelId="{A18B35A6-8BAB-4B1F-8D65-43B45143B34F}" type="presParOf" srcId="{A6529F0D-F2C3-486A-A130-0F3F4E016E8C}" destId="{248EC37A-51A3-463D-AA0A-51588511479E}" srcOrd="3" destOrd="0" presId="urn:microsoft.com/office/officeart/2018/2/layout/IconVerticalSolidList"/>
    <dgm:cxn modelId="{8B95A8A8-E5DF-4B38-ABE7-8A74BD1A98B7}" type="presParOf" srcId="{B63472A7-A884-4140-BB46-C3A90ED68261}" destId="{3A8004D4-E73C-4A1A-8012-98F4DE106374}" srcOrd="3" destOrd="0" presId="urn:microsoft.com/office/officeart/2018/2/layout/IconVerticalSolidList"/>
    <dgm:cxn modelId="{8A5342F1-5AD3-49D2-8F1D-25B3CE1E1ADC}" type="presParOf" srcId="{B63472A7-A884-4140-BB46-C3A90ED68261}" destId="{53F73DB8-F93E-4EE1-89D7-59E1472B4601}" srcOrd="4" destOrd="0" presId="urn:microsoft.com/office/officeart/2018/2/layout/IconVerticalSolidList"/>
    <dgm:cxn modelId="{CA031F7C-26CA-48FC-AEDF-5ADE79DCF54D}" type="presParOf" srcId="{53F73DB8-F93E-4EE1-89D7-59E1472B4601}" destId="{C12605FA-4579-4E29-971E-ED2A1F412F9A}" srcOrd="0" destOrd="0" presId="urn:microsoft.com/office/officeart/2018/2/layout/IconVerticalSolidList"/>
    <dgm:cxn modelId="{BD344F7A-A04E-41E4-9240-ADE356EADE42}" type="presParOf" srcId="{53F73DB8-F93E-4EE1-89D7-59E1472B4601}" destId="{9A135B89-41E4-4862-83E1-C58D4AAF6338}" srcOrd="1" destOrd="0" presId="urn:microsoft.com/office/officeart/2018/2/layout/IconVerticalSolidList"/>
    <dgm:cxn modelId="{17A55594-CE59-4204-9A16-D9E71B2A682A}" type="presParOf" srcId="{53F73DB8-F93E-4EE1-89D7-59E1472B4601}" destId="{61A3E3FA-F8D8-4E0E-8DC9-D860E8983944}" srcOrd="2" destOrd="0" presId="urn:microsoft.com/office/officeart/2018/2/layout/IconVerticalSolidList"/>
    <dgm:cxn modelId="{613CC95D-C112-45ED-811C-122D717F13B3}" type="presParOf" srcId="{53F73DB8-F93E-4EE1-89D7-59E1472B4601}" destId="{1FE7D986-7E0E-48A1-AF55-14CADFCFA2C5}" srcOrd="3" destOrd="0" presId="urn:microsoft.com/office/officeart/2018/2/layout/IconVerticalSolidList"/>
    <dgm:cxn modelId="{C27516E2-8C81-498D-A466-D6FF7B81B586}" type="presParOf" srcId="{B63472A7-A884-4140-BB46-C3A90ED68261}" destId="{6A258BE4-B68A-4E52-AAAC-4698E1CF28B8}" srcOrd="5" destOrd="0" presId="urn:microsoft.com/office/officeart/2018/2/layout/IconVerticalSolidList"/>
    <dgm:cxn modelId="{4E500395-2271-4BCD-8097-EC3C92AEB4E2}" type="presParOf" srcId="{B63472A7-A884-4140-BB46-C3A90ED68261}" destId="{E93D3892-F331-4EA5-B18C-921C6D14A2FC}" srcOrd="6" destOrd="0" presId="urn:microsoft.com/office/officeart/2018/2/layout/IconVerticalSolidList"/>
    <dgm:cxn modelId="{FC32E0DC-5EFD-4728-8207-681B33F7C2DD}" type="presParOf" srcId="{E93D3892-F331-4EA5-B18C-921C6D14A2FC}" destId="{054FC105-72DD-41BE-81A2-5ABDC4F40801}" srcOrd="0" destOrd="0" presId="urn:microsoft.com/office/officeart/2018/2/layout/IconVerticalSolidList"/>
    <dgm:cxn modelId="{1E78D296-1EBC-4644-91BF-712072D29F4D}" type="presParOf" srcId="{E93D3892-F331-4EA5-B18C-921C6D14A2FC}" destId="{EC0BBE00-C43D-4FDF-AC65-CB30D0AC4CC4}" srcOrd="1" destOrd="0" presId="urn:microsoft.com/office/officeart/2018/2/layout/IconVerticalSolidList"/>
    <dgm:cxn modelId="{3E18F7F0-481B-4D8D-A048-DE0FB1C097D1}" type="presParOf" srcId="{E93D3892-F331-4EA5-B18C-921C6D14A2FC}" destId="{232F2DC9-DE04-4C45-90AD-BC66ACD1999A}" srcOrd="2" destOrd="0" presId="urn:microsoft.com/office/officeart/2018/2/layout/IconVerticalSolidList"/>
    <dgm:cxn modelId="{AF8AC3C8-C2B3-49A7-86C4-B780B65EBE0E}" type="presParOf" srcId="{E93D3892-F331-4EA5-B18C-921C6D14A2FC}" destId="{F011E25B-A73C-4B8A-9DDA-63EDA6FB7927}" srcOrd="3" destOrd="0" presId="urn:microsoft.com/office/officeart/2018/2/layout/IconVerticalSolidList"/>
    <dgm:cxn modelId="{650DAEC1-1D5D-4E3F-8C1A-761580410F9D}" type="presParOf" srcId="{B63472A7-A884-4140-BB46-C3A90ED68261}" destId="{BFF22BF1-1BD9-4387-83AC-D6A0B838D34B}" srcOrd="7" destOrd="0" presId="urn:microsoft.com/office/officeart/2018/2/layout/IconVerticalSolidList"/>
    <dgm:cxn modelId="{40B68401-D6B8-42E6-BE3B-9D6A6F5D0D05}" type="presParOf" srcId="{B63472A7-A884-4140-BB46-C3A90ED68261}" destId="{0DA28D03-7D73-443E-B8F9-0BD6326F88B2}" srcOrd="8" destOrd="0" presId="urn:microsoft.com/office/officeart/2018/2/layout/IconVerticalSolidList"/>
    <dgm:cxn modelId="{E92068BA-DD73-41A7-A338-87F2418DD985}" type="presParOf" srcId="{0DA28D03-7D73-443E-B8F9-0BD6326F88B2}" destId="{310E8FDC-A331-44DD-9DA2-B1176B7BF294}" srcOrd="0" destOrd="0" presId="urn:microsoft.com/office/officeart/2018/2/layout/IconVerticalSolidList"/>
    <dgm:cxn modelId="{B602F15B-4D2A-45DB-AF7F-C6659625ED10}" type="presParOf" srcId="{0DA28D03-7D73-443E-B8F9-0BD6326F88B2}" destId="{A8448F8B-D914-4DB4-80D3-C1E575832100}" srcOrd="1" destOrd="0" presId="urn:microsoft.com/office/officeart/2018/2/layout/IconVerticalSolidList"/>
    <dgm:cxn modelId="{DCC7D0ED-2572-47F2-9C15-D9A03F683016}" type="presParOf" srcId="{0DA28D03-7D73-443E-B8F9-0BD6326F88B2}" destId="{3FBD03BF-BFB7-4AE1-9F32-05A7A9411F9B}" srcOrd="2" destOrd="0" presId="urn:microsoft.com/office/officeart/2018/2/layout/IconVerticalSolidList"/>
    <dgm:cxn modelId="{A4011BD0-F293-4695-8C45-544A1E976505}" type="presParOf" srcId="{0DA28D03-7D73-443E-B8F9-0BD6326F88B2}" destId="{0738DECC-EB02-4140-B920-5DEA55526A4C}" srcOrd="3" destOrd="0" presId="urn:microsoft.com/office/officeart/2018/2/layout/IconVerticalSolidList"/>
    <dgm:cxn modelId="{55BFFB8C-0763-4725-95C5-344C6A00B1D1}" type="presParOf" srcId="{B63472A7-A884-4140-BB46-C3A90ED68261}" destId="{98E70404-F5BC-4F2F-A8DB-C0E1EC58675E}" srcOrd="9" destOrd="0" presId="urn:microsoft.com/office/officeart/2018/2/layout/IconVerticalSolidList"/>
    <dgm:cxn modelId="{310C1D72-D586-46F5-8ED4-61A5B809071A}" type="presParOf" srcId="{B63472A7-A884-4140-BB46-C3A90ED68261}" destId="{67282CA0-F8FF-49C9-869E-C251B2CEDCD0}" srcOrd="10" destOrd="0" presId="urn:microsoft.com/office/officeart/2018/2/layout/IconVerticalSolidList"/>
    <dgm:cxn modelId="{44A7A39B-B981-403F-ADFB-B8983B849BB4}" type="presParOf" srcId="{67282CA0-F8FF-49C9-869E-C251B2CEDCD0}" destId="{01ADB4FF-9560-4B8A-A8D8-BE095DFA91E5}" srcOrd="0" destOrd="0" presId="urn:microsoft.com/office/officeart/2018/2/layout/IconVerticalSolidList"/>
    <dgm:cxn modelId="{31CA6A8C-577D-4B90-BB58-131F56DA6DFA}" type="presParOf" srcId="{67282CA0-F8FF-49C9-869E-C251B2CEDCD0}" destId="{491225CF-06A2-4DF0-B817-71E6771DF84A}" srcOrd="1" destOrd="0" presId="urn:microsoft.com/office/officeart/2018/2/layout/IconVerticalSolidList"/>
    <dgm:cxn modelId="{AEC4B3B4-D41C-463D-90AC-24F6320B6590}" type="presParOf" srcId="{67282CA0-F8FF-49C9-869E-C251B2CEDCD0}" destId="{EF79E5B6-BDCC-4348-9248-8D2BECA996E3}" srcOrd="2" destOrd="0" presId="urn:microsoft.com/office/officeart/2018/2/layout/IconVerticalSolidList"/>
    <dgm:cxn modelId="{50860EEB-2956-4243-90A3-BB6462A3E96E}" type="presParOf" srcId="{67282CA0-F8FF-49C9-869E-C251B2CEDCD0}" destId="{1AEF506E-1133-4E09-B857-A1CD4E1313B3}" srcOrd="3" destOrd="0" presId="urn:microsoft.com/office/officeart/2018/2/layout/IconVerticalSolidList"/>
    <dgm:cxn modelId="{9B1FBB2A-EB70-4610-8F4B-5BD99EDA172C}" type="presParOf" srcId="{B63472A7-A884-4140-BB46-C3A90ED68261}" destId="{06C29895-1AA3-422F-9EEA-7E5362721774}" srcOrd="11" destOrd="0" presId="urn:microsoft.com/office/officeart/2018/2/layout/IconVerticalSolidList"/>
    <dgm:cxn modelId="{3CECC73B-420C-45C5-ADE0-D8F1237CF2AD}" type="presParOf" srcId="{B63472A7-A884-4140-BB46-C3A90ED68261}" destId="{7F68F5B9-7308-408C-B30A-271E001A71B3}" srcOrd="12" destOrd="0" presId="urn:microsoft.com/office/officeart/2018/2/layout/IconVerticalSolidList"/>
    <dgm:cxn modelId="{BDBF118A-C667-484E-9551-7AC0CFF1B11F}" type="presParOf" srcId="{7F68F5B9-7308-408C-B30A-271E001A71B3}" destId="{AB26A86F-D30E-454E-A0B5-E8DC43768465}" srcOrd="0" destOrd="0" presId="urn:microsoft.com/office/officeart/2018/2/layout/IconVerticalSolidList"/>
    <dgm:cxn modelId="{89DBE100-F4AD-42EC-B05C-38C5930F4077}" type="presParOf" srcId="{7F68F5B9-7308-408C-B30A-271E001A71B3}" destId="{E4929462-5C0D-41B3-8B78-6A1FE54E12C1}" srcOrd="1" destOrd="0" presId="urn:microsoft.com/office/officeart/2018/2/layout/IconVerticalSolidList"/>
    <dgm:cxn modelId="{CF976609-D884-4837-B8B5-054264EB5FA8}" type="presParOf" srcId="{7F68F5B9-7308-408C-B30A-271E001A71B3}" destId="{A598BD2B-5CF2-48C9-A09F-3A501AB30764}" srcOrd="2" destOrd="0" presId="urn:microsoft.com/office/officeart/2018/2/layout/IconVerticalSolidList"/>
    <dgm:cxn modelId="{E640F994-DEA6-49A8-BBF2-2796639D547C}" type="presParOf" srcId="{7F68F5B9-7308-408C-B30A-271E001A71B3}" destId="{D73288B0-0573-43F8-A632-B56B206B7A6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FFB10BB-0248-44AE-97DD-F4312A4B79C5}" type="doc">
      <dgm:prSet loTypeId="urn:microsoft.com/office/officeart/2018/layout/CircleProcess" loCatId="simpleprocesssa" qsTypeId="urn:microsoft.com/office/officeart/2005/8/quickstyle/simple1" qsCatId="simple" csTypeId="urn:microsoft.com/office/officeart/2005/8/colors/colorful1" csCatId="colorful" phldr="1"/>
      <dgm:spPr/>
      <dgm:t>
        <a:bodyPr/>
        <a:lstStyle/>
        <a:p>
          <a:endParaRPr lang="en-US"/>
        </a:p>
      </dgm:t>
    </dgm:pt>
    <dgm:pt modelId="{91A7D66E-A399-483E-ADED-F15908A6FA03}">
      <dgm:prSet/>
      <dgm:spPr/>
      <dgm:t>
        <a:bodyPr/>
        <a:lstStyle/>
        <a:p>
          <a:r>
            <a:rPr lang="en-US" b="1" i="0" baseline="0"/>
            <a:t>Version Check</a:t>
          </a:r>
          <a:endParaRPr lang="en-US"/>
        </a:p>
      </dgm:t>
    </dgm:pt>
    <dgm:pt modelId="{74EC49D4-3F68-463B-93F9-5AAB0635DB2A}" type="parTrans" cxnId="{DE6BC0B7-A7FB-47A7-AC95-208038E4F3F3}">
      <dgm:prSet/>
      <dgm:spPr/>
      <dgm:t>
        <a:bodyPr/>
        <a:lstStyle/>
        <a:p>
          <a:endParaRPr lang="en-US"/>
        </a:p>
      </dgm:t>
    </dgm:pt>
    <dgm:pt modelId="{BCD2216D-E0A1-42AB-BAC4-4271BAB33D90}" type="sibTrans" cxnId="{DE6BC0B7-A7FB-47A7-AC95-208038E4F3F3}">
      <dgm:prSet/>
      <dgm:spPr/>
      <dgm:t>
        <a:bodyPr/>
        <a:lstStyle/>
        <a:p>
          <a:endParaRPr lang="en-US"/>
        </a:p>
      </dgm:t>
    </dgm:pt>
    <dgm:pt modelId="{69E97FF1-9D6F-4DA1-8EBF-3EB444CB414E}">
      <dgm:prSet/>
      <dgm:spPr/>
      <dgm:t>
        <a:bodyPr/>
        <a:lstStyle/>
        <a:p>
          <a:r>
            <a:rPr lang="en-US" b="1" i="0" baseline="0" dirty="0"/>
            <a:t>Download </a:t>
          </a:r>
          <a:endParaRPr lang="en-US" dirty="0"/>
        </a:p>
      </dgm:t>
    </dgm:pt>
    <dgm:pt modelId="{C31D6DE4-06F1-46AD-A9E0-6D40B941D62A}" type="parTrans" cxnId="{6675B591-48C4-4DE3-93BC-62710E46B904}">
      <dgm:prSet/>
      <dgm:spPr/>
      <dgm:t>
        <a:bodyPr/>
        <a:lstStyle/>
        <a:p>
          <a:endParaRPr lang="en-US"/>
        </a:p>
      </dgm:t>
    </dgm:pt>
    <dgm:pt modelId="{351F7D98-4CBA-4AE8-BECC-2CEA5BCABCC2}" type="sibTrans" cxnId="{6675B591-48C4-4DE3-93BC-62710E46B904}">
      <dgm:prSet/>
      <dgm:spPr/>
      <dgm:t>
        <a:bodyPr/>
        <a:lstStyle/>
        <a:p>
          <a:endParaRPr lang="en-US"/>
        </a:p>
      </dgm:t>
    </dgm:pt>
    <dgm:pt modelId="{6A03B987-8D5E-4DC3-A039-9F11523F99A3}">
      <dgm:prSet/>
      <dgm:spPr/>
      <dgm:t>
        <a:bodyPr/>
        <a:lstStyle/>
        <a:p>
          <a:r>
            <a:rPr lang="en-US" b="1" i="0" baseline="0"/>
            <a:t>CAN Transfer</a:t>
          </a:r>
          <a:endParaRPr lang="en-US"/>
        </a:p>
      </dgm:t>
    </dgm:pt>
    <dgm:pt modelId="{361C8453-C7BF-4240-80E3-56A41D534708}" type="parTrans" cxnId="{4B1E52D5-BB93-4C4A-9974-28C94BBFB308}">
      <dgm:prSet/>
      <dgm:spPr/>
      <dgm:t>
        <a:bodyPr/>
        <a:lstStyle/>
        <a:p>
          <a:endParaRPr lang="en-US"/>
        </a:p>
      </dgm:t>
    </dgm:pt>
    <dgm:pt modelId="{14188235-33BE-434C-B6C5-AF324ABF9C63}" type="sibTrans" cxnId="{4B1E52D5-BB93-4C4A-9974-28C94BBFB308}">
      <dgm:prSet/>
      <dgm:spPr/>
      <dgm:t>
        <a:bodyPr/>
        <a:lstStyle/>
        <a:p>
          <a:endParaRPr lang="en-US"/>
        </a:p>
      </dgm:t>
    </dgm:pt>
    <dgm:pt modelId="{F33F0C79-49CD-48D9-A60B-5FCFCDDC0898}">
      <dgm:prSet/>
      <dgm:spPr/>
      <dgm:t>
        <a:bodyPr/>
        <a:lstStyle/>
        <a:p>
          <a:r>
            <a:rPr lang="en-US" b="1" i="0" baseline="0"/>
            <a:t>Bootloader Handoff</a:t>
          </a:r>
          <a:endParaRPr lang="en-US"/>
        </a:p>
      </dgm:t>
    </dgm:pt>
    <dgm:pt modelId="{262887A1-C1BE-4679-9FD6-3124937E69A7}" type="parTrans" cxnId="{AC581F30-51C5-4445-8772-E6503667D528}">
      <dgm:prSet/>
      <dgm:spPr/>
      <dgm:t>
        <a:bodyPr/>
        <a:lstStyle/>
        <a:p>
          <a:endParaRPr lang="en-US"/>
        </a:p>
      </dgm:t>
    </dgm:pt>
    <dgm:pt modelId="{1D4413CD-0D24-45D8-B4A5-6B2CB6C0EDBA}" type="sibTrans" cxnId="{AC581F30-51C5-4445-8772-E6503667D528}">
      <dgm:prSet/>
      <dgm:spPr/>
      <dgm:t>
        <a:bodyPr/>
        <a:lstStyle/>
        <a:p>
          <a:endParaRPr lang="en-US"/>
        </a:p>
      </dgm:t>
    </dgm:pt>
    <dgm:pt modelId="{46D825E1-216F-49DD-AB17-0390FA309049}">
      <dgm:prSet/>
      <dgm:spPr/>
      <dgm:t>
        <a:bodyPr/>
        <a:lstStyle/>
        <a:p>
          <a:r>
            <a:rPr lang="en-US" b="1" i="0" baseline="0"/>
            <a:t>Bootloader Update</a:t>
          </a:r>
          <a:endParaRPr lang="en-US"/>
        </a:p>
      </dgm:t>
    </dgm:pt>
    <dgm:pt modelId="{A0D10E74-D540-4E48-86CF-6851F56B4C13}" type="parTrans" cxnId="{3C017405-4451-4DE2-A56B-7660CC06B949}">
      <dgm:prSet/>
      <dgm:spPr/>
      <dgm:t>
        <a:bodyPr/>
        <a:lstStyle/>
        <a:p>
          <a:endParaRPr lang="en-US"/>
        </a:p>
      </dgm:t>
    </dgm:pt>
    <dgm:pt modelId="{81989997-ED7A-4FB1-B3CC-5091595B5153}" type="sibTrans" cxnId="{3C017405-4451-4DE2-A56B-7660CC06B949}">
      <dgm:prSet/>
      <dgm:spPr/>
      <dgm:t>
        <a:bodyPr/>
        <a:lstStyle/>
        <a:p>
          <a:endParaRPr lang="en-US"/>
        </a:p>
      </dgm:t>
    </dgm:pt>
    <dgm:pt modelId="{DCF3FD87-E0D2-48F0-9E96-4ECF1D3B0745}">
      <dgm:prSet/>
      <dgm:spPr/>
      <dgm:t>
        <a:bodyPr/>
        <a:lstStyle/>
        <a:p>
          <a:r>
            <a:rPr lang="en-US" b="1" i="0" baseline="0"/>
            <a:t>Activation &amp; Verification</a:t>
          </a:r>
          <a:endParaRPr lang="en-US"/>
        </a:p>
      </dgm:t>
    </dgm:pt>
    <dgm:pt modelId="{286FD41D-1622-4984-8F0B-4686E63A97E4}" type="parTrans" cxnId="{491A78A8-924D-4504-836E-8C58AE21D83C}">
      <dgm:prSet/>
      <dgm:spPr/>
      <dgm:t>
        <a:bodyPr/>
        <a:lstStyle/>
        <a:p>
          <a:endParaRPr lang="en-US"/>
        </a:p>
      </dgm:t>
    </dgm:pt>
    <dgm:pt modelId="{4208F85D-2BE6-4283-B000-FF7510B95B8E}" type="sibTrans" cxnId="{491A78A8-924D-4504-836E-8C58AE21D83C}">
      <dgm:prSet/>
      <dgm:spPr/>
      <dgm:t>
        <a:bodyPr/>
        <a:lstStyle/>
        <a:p>
          <a:endParaRPr lang="en-US"/>
        </a:p>
      </dgm:t>
    </dgm:pt>
    <dgm:pt modelId="{EA62CC6E-04D9-4151-8134-5100D972FA0B}" type="pres">
      <dgm:prSet presAssocID="{CFFB10BB-0248-44AE-97DD-F4312A4B79C5}" presName="Name0" presStyleCnt="0">
        <dgm:presLayoutVars>
          <dgm:chMax val="11"/>
          <dgm:chPref val="11"/>
          <dgm:dir/>
          <dgm:resizeHandles/>
        </dgm:presLayoutVars>
      </dgm:prSet>
      <dgm:spPr/>
    </dgm:pt>
    <dgm:pt modelId="{4DCA196A-693D-4FF5-B678-67C51C75BF14}" type="pres">
      <dgm:prSet presAssocID="{DCF3FD87-E0D2-48F0-9E96-4ECF1D3B0745}" presName="Accent6" presStyleCnt="0"/>
      <dgm:spPr/>
    </dgm:pt>
    <dgm:pt modelId="{673CA54A-F674-4DF9-96B1-F006AB1D0A74}" type="pres">
      <dgm:prSet presAssocID="{DCF3FD87-E0D2-48F0-9E96-4ECF1D3B0745}" presName="Accent" presStyleLbl="node1" presStyleIdx="0" presStyleCnt="12"/>
      <dgm:spPr/>
    </dgm:pt>
    <dgm:pt modelId="{06B4FAFC-FF9B-4134-840D-D7CD757884BD}" type="pres">
      <dgm:prSet presAssocID="{DCF3FD87-E0D2-48F0-9E96-4ECF1D3B0745}" presName="ParentBackground6" presStyleCnt="0"/>
      <dgm:spPr/>
    </dgm:pt>
    <dgm:pt modelId="{BB66A1C5-9F48-4806-9296-8496F85D1B5F}" type="pres">
      <dgm:prSet presAssocID="{DCF3FD87-E0D2-48F0-9E96-4ECF1D3B0745}" presName="ParentBackground" presStyleLbl="node1" presStyleIdx="1" presStyleCnt="12"/>
      <dgm:spPr/>
    </dgm:pt>
    <dgm:pt modelId="{9B42E0FA-27F9-4246-988D-057FD68762EA}" type="pres">
      <dgm:prSet presAssocID="{DCF3FD87-E0D2-48F0-9E96-4ECF1D3B0745}" presName="Parent6" presStyleLbl="fgAcc0" presStyleIdx="0" presStyleCnt="0">
        <dgm:presLayoutVars>
          <dgm:chMax val="1"/>
          <dgm:chPref val="1"/>
          <dgm:bulletEnabled val="1"/>
        </dgm:presLayoutVars>
      </dgm:prSet>
      <dgm:spPr/>
    </dgm:pt>
    <dgm:pt modelId="{20021F57-E385-429A-BC5B-8A42F78DCF3E}" type="pres">
      <dgm:prSet presAssocID="{46D825E1-216F-49DD-AB17-0390FA309049}" presName="Accent5" presStyleCnt="0"/>
      <dgm:spPr/>
    </dgm:pt>
    <dgm:pt modelId="{CFDB91CB-9B5B-4083-9119-700EC464E696}" type="pres">
      <dgm:prSet presAssocID="{46D825E1-216F-49DD-AB17-0390FA309049}" presName="Accent" presStyleLbl="node1" presStyleIdx="2" presStyleCnt="12"/>
      <dgm:spPr/>
    </dgm:pt>
    <dgm:pt modelId="{EE736A75-86B8-4E9E-B9F5-6AE13759BA98}" type="pres">
      <dgm:prSet presAssocID="{46D825E1-216F-49DD-AB17-0390FA309049}" presName="ParentBackground5" presStyleCnt="0"/>
      <dgm:spPr/>
    </dgm:pt>
    <dgm:pt modelId="{5DE376A2-40DB-40AB-B5BD-2729CC6E6102}" type="pres">
      <dgm:prSet presAssocID="{46D825E1-216F-49DD-AB17-0390FA309049}" presName="ParentBackground" presStyleLbl="node1" presStyleIdx="3" presStyleCnt="12"/>
      <dgm:spPr/>
    </dgm:pt>
    <dgm:pt modelId="{9E81EC8E-34F2-4F34-823C-37C2E9B250F7}" type="pres">
      <dgm:prSet presAssocID="{46D825E1-216F-49DD-AB17-0390FA309049}" presName="Parent5" presStyleLbl="fgAcc0" presStyleIdx="0" presStyleCnt="0">
        <dgm:presLayoutVars>
          <dgm:chMax val="1"/>
          <dgm:chPref val="1"/>
          <dgm:bulletEnabled val="1"/>
        </dgm:presLayoutVars>
      </dgm:prSet>
      <dgm:spPr/>
    </dgm:pt>
    <dgm:pt modelId="{A673AC80-A872-4014-B16B-BCDCD4CB35A2}" type="pres">
      <dgm:prSet presAssocID="{F33F0C79-49CD-48D9-A60B-5FCFCDDC0898}" presName="Accent4" presStyleCnt="0"/>
      <dgm:spPr/>
    </dgm:pt>
    <dgm:pt modelId="{2870C400-5834-40F1-9D12-1A1CCD9F2610}" type="pres">
      <dgm:prSet presAssocID="{F33F0C79-49CD-48D9-A60B-5FCFCDDC0898}" presName="Accent" presStyleLbl="node1" presStyleIdx="4" presStyleCnt="12"/>
      <dgm:spPr/>
    </dgm:pt>
    <dgm:pt modelId="{01061D52-EA19-4DAE-9BFC-97EA55B5DAE8}" type="pres">
      <dgm:prSet presAssocID="{F33F0C79-49CD-48D9-A60B-5FCFCDDC0898}" presName="ParentBackground4" presStyleCnt="0"/>
      <dgm:spPr/>
    </dgm:pt>
    <dgm:pt modelId="{B12C01E9-B625-485B-BFD6-8A686F1AE9EB}" type="pres">
      <dgm:prSet presAssocID="{F33F0C79-49CD-48D9-A60B-5FCFCDDC0898}" presName="ParentBackground" presStyleLbl="node1" presStyleIdx="5" presStyleCnt="12"/>
      <dgm:spPr/>
    </dgm:pt>
    <dgm:pt modelId="{6EC126D3-6D6B-4F65-B598-902FCF253858}" type="pres">
      <dgm:prSet presAssocID="{F33F0C79-49CD-48D9-A60B-5FCFCDDC0898}" presName="Parent4" presStyleLbl="fgAcc0" presStyleIdx="0" presStyleCnt="0">
        <dgm:presLayoutVars>
          <dgm:chMax val="1"/>
          <dgm:chPref val="1"/>
          <dgm:bulletEnabled val="1"/>
        </dgm:presLayoutVars>
      </dgm:prSet>
      <dgm:spPr/>
    </dgm:pt>
    <dgm:pt modelId="{E434F4A6-09DA-4B45-B8F2-0EFC4801593A}" type="pres">
      <dgm:prSet presAssocID="{6A03B987-8D5E-4DC3-A039-9F11523F99A3}" presName="Accent3" presStyleCnt="0"/>
      <dgm:spPr/>
    </dgm:pt>
    <dgm:pt modelId="{32F15977-C791-4A83-B55B-C7BB129430AB}" type="pres">
      <dgm:prSet presAssocID="{6A03B987-8D5E-4DC3-A039-9F11523F99A3}" presName="Accent" presStyleLbl="node1" presStyleIdx="6" presStyleCnt="12"/>
      <dgm:spPr/>
    </dgm:pt>
    <dgm:pt modelId="{79656966-BF42-4F70-A6B0-FC66947EFD04}" type="pres">
      <dgm:prSet presAssocID="{6A03B987-8D5E-4DC3-A039-9F11523F99A3}" presName="ParentBackground3" presStyleCnt="0"/>
      <dgm:spPr/>
    </dgm:pt>
    <dgm:pt modelId="{260E0FCA-6294-42A2-B4FD-E3D06FBE47D8}" type="pres">
      <dgm:prSet presAssocID="{6A03B987-8D5E-4DC3-A039-9F11523F99A3}" presName="ParentBackground" presStyleLbl="node1" presStyleIdx="7" presStyleCnt="12"/>
      <dgm:spPr/>
    </dgm:pt>
    <dgm:pt modelId="{549932F3-F31E-453F-A479-3424859EB9CF}" type="pres">
      <dgm:prSet presAssocID="{6A03B987-8D5E-4DC3-A039-9F11523F99A3}" presName="Parent3" presStyleLbl="fgAcc0" presStyleIdx="0" presStyleCnt="0">
        <dgm:presLayoutVars>
          <dgm:chMax val="1"/>
          <dgm:chPref val="1"/>
          <dgm:bulletEnabled val="1"/>
        </dgm:presLayoutVars>
      </dgm:prSet>
      <dgm:spPr/>
    </dgm:pt>
    <dgm:pt modelId="{A045BD28-F40C-4306-A5B1-E1363BEAF30B}" type="pres">
      <dgm:prSet presAssocID="{69E97FF1-9D6F-4DA1-8EBF-3EB444CB414E}" presName="Accent2" presStyleCnt="0"/>
      <dgm:spPr/>
    </dgm:pt>
    <dgm:pt modelId="{07F23597-F66C-4127-80EF-1238D140B512}" type="pres">
      <dgm:prSet presAssocID="{69E97FF1-9D6F-4DA1-8EBF-3EB444CB414E}" presName="Accent" presStyleLbl="node1" presStyleIdx="8" presStyleCnt="12"/>
      <dgm:spPr/>
    </dgm:pt>
    <dgm:pt modelId="{D97BE46D-2641-4C79-804C-781F9F4EA717}" type="pres">
      <dgm:prSet presAssocID="{69E97FF1-9D6F-4DA1-8EBF-3EB444CB414E}" presName="ParentBackground2" presStyleCnt="0"/>
      <dgm:spPr/>
    </dgm:pt>
    <dgm:pt modelId="{4484C69D-1D2E-4D6D-A4F3-9A409B2103BA}" type="pres">
      <dgm:prSet presAssocID="{69E97FF1-9D6F-4DA1-8EBF-3EB444CB414E}" presName="ParentBackground" presStyleLbl="node1" presStyleIdx="9" presStyleCnt="12"/>
      <dgm:spPr/>
    </dgm:pt>
    <dgm:pt modelId="{D2DF5DAE-C841-4693-8D94-BC2C7AB02FBD}" type="pres">
      <dgm:prSet presAssocID="{69E97FF1-9D6F-4DA1-8EBF-3EB444CB414E}" presName="Parent2" presStyleLbl="fgAcc0" presStyleIdx="0" presStyleCnt="0">
        <dgm:presLayoutVars>
          <dgm:chMax val="1"/>
          <dgm:chPref val="1"/>
          <dgm:bulletEnabled val="1"/>
        </dgm:presLayoutVars>
      </dgm:prSet>
      <dgm:spPr/>
    </dgm:pt>
    <dgm:pt modelId="{FF60F755-5D35-4483-BC65-14D4611C3F51}" type="pres">
      <dgm:prSet presAssocID="{91A7D66E-A399-483E-ADED-F15908A6FA03}" presName="Accent1" presStyleCnt="0"/>
      <dgm:spPr/>
    </dgm:pt>
    <dgm:pt modelId="{B43D3C7D-172A-4AE4-AF03-E1D333DC0A20}" type="pres">
      <dgm:prSet presAssocID="{91A7D66E-A399-483E-ADED-F15908A6FA03}" presName="Accent" presStyleLbl="node1" presStyleIdx="10" presStyleCnt="12"/>
      <dgm:spPr/>
    </dgm:pt>
    <dgm:pt modelId="{E651402C-F08B-4E25-8EC7-CA432FFF93C4}" type="pres">
      <dgm:prSet presAssocID="{91A7D66E-A399-483E-ADED-F15908A6FA03}" presName="ParentBackground1" presStyleCnt="0"/>
      <dgm:spPr/>
    </dgm:pt>
    <dgm:pt modelId="{09E80A5A-9137-4B4A-B045-02906CC5FADB}" type="pres">
      <dgm:prSet presAssocID="{91A7D66E-A399-483E-ADED-F15908A6FA03}" presName="ParentBackground" presStyleLbl="node1" presStyleIdx="11" presStyleCnt="12"/>
      <dgm:spPr/>
    </dgm:pt>
    <dgm:pt modelId="{E7E3AC14-FD1B-4A21-8FCB-658C822BE4D2}" type="pres">
      <dgm:prSet presAssocID="{91A7D66E-A399-483E-ADED-F15908A6FA03}" presName="Parent1" presStyleLbl="fgAcc0" presStyleIdx="0" presStyleCnt="0">
        <dgm:presLayoutVars>
          <dgm:chMax val="1"/>
          <dgm:chPref val="1"/>
          <dgm:bulletEnabled val="1"/>
        </dgm:presLayoutVars>
      </dgm:prSet>
      <dgm:spPr/>
    </dgm:pt>
  </dgm:ptLst>
  <dgm:cxnLst>
    <dgm:cxn modelId="{3C017405-4451-4DE2-A56B-7660CC06B949}" srcId="{CFFB10BB-0248-44AE-97DD-F4312A4B79C5}" destId="{46D825E1-216F-49DD-AB17-0390FA309049}" srcOrd="4" destOrd="0" parTransId="{A0D10E74-D540-4E48-86CF-6851F56B4C13}" sibTransId="{81989997-ED7A-4FB1-B3CC-5091595B5153}"/>
    <dgm:cxn modelId="{0D48C80B-65F9-4E40-9A82-3E90ABE44F99}" type="presOf" srcId="{6A03B987-8D5E-4DC3-A039-9F11523F99A3}" destId="{260E0FCA-6294-42A2-B4FD-E3D06FBE47D8}" srcOrd="0" destOrd="0" presId="urn:microsoft.com/office/officeart/2018/layout/CircleProcess"/>
    <dgm:cxn modelId="{26E3850C-5681-46DD-BBAB-D6C3BFB9B982}" type="presOf" srcId="{DCF3FD87-E0D2-48F0-9E96-4ECF1D3B0745}" destId="{9B42E0FA-27F9-4246-988D-057FD68762EA}" srcOrd="1" destOrd="0" presId="urn:microsoft.com/office/officeart/2018/layout/CircleProcess"/>
    <dgm:cxn modelId="{92FF6614-4490-4A7D-B1B4-15D43D91E643}" type="presOf" srcId="{46D825E1-216F-49DD-AB17-0390FA309049}" destId="{9E81EC8E-34F2-4F34-823C-37C2E9B250F7}" srcOrd="1" destOrd="0" presId="urn:microsoft.com/office/officeart/2018/layout/CircleProcess"/>
    <dgm:cxn modelId="{FC507A2B-E166-44A2-810D-D299BB16C9DA}" type="presOf" srcId="{F33F0C79-49CD-48D9-A60B-5FCFCDDC0898}" destId="{B12C01E9-B625-485B-BFD6-8A686F1AE9EB}" srcOrd="0" destOrd="0" presId="urn:microsoft.com/office/officeart/2018/layout/CircleProcess"/>
    <dgm:cxn modelId="{AC581F30-51C5-4445-8772-E6503667D528}" srcId="{CFFB10BB-0248-44AE-97DD-F4312A4B79C5}" destId="{F33F0C79-49CD-48D9-A60B-5FCFCDDC0898}" srcOrd="3" destOrd="0" parTransId="{262887A1-C1BE-4679-9FD6-3124937E69A7}" sibTransId="{1D4413CD-0D24-45D8-B4A5-6B2CB6C0EDBA}"/>
    <dgm:cxn modelId="{96764E39-C251-4413-9B6B-0D6DFF2896F5}" type="presOf" srcId="{DCF3FD87-E0D2-48F0-9E96-4ECF1D3B0745}" destId="{BB66A1C5-9F48-4806-9296-8496F85D1B5F}" srcOrd="0" destOrd="0" presId="urn:microsoft.com/office/officeart/2018/layout/CircleProcess"/>
    <dgm:cxn modelId="{F9DFB965-9BA4-44F8-A96D-A1B9CA6D4F6B}" type="presOf" srcId="{91A7D66E-A399-483E-ADED-F15908A6FA03}" destId="{09E80A5A-9137-4B4A-B045-02906CC5FADB}" srcOrd="0" destOrd="0" presId="urn:microsoft.com/office/officeart/2018/layout/CircleProcess"/>
    <dgm:cxn modelId="{EEAC7969-269E-4906-8B4E-12297B2E4C4D}" type="presOf" srcId="{CFFB10BB-0248-44AE-97DD-F4312A4B79C5}" destId="{EA62CC6E-04D9-4151-8134-5100D972FA0B}" srcOrd="0" destOrd="0" presId="urn:microsoft.com/office/officeart/2018/layout/CircleProcess"/>
    <dgm:cxn modelId="{69E07457-D6E2-4154-9535-720577B3484B}" type="presOf" srcId="{91A7D66E-A399-483E-ADED-F15908A6FA03}" destId="{E7E3AC14-FD1B-4A21-8FCB-658C822BE4D2}" srcOrd="1" destOrd="0" presId="urn:microsoft.com/office/officeart/2018/layout/CircleProcess"/>
    <dgm:cxn modelId="{6F68D088-F354-46D1-A1BC-57C9B4CBD03D}" type="presOf" srcId="{69E97FF1-9D6F-4DA1-8EBF-3EB444CB414E}" destId="{4484C69D-1D2E-4D6D-A4F3-9A409B2103BA}" srcOrd="0" destOrd="0" presId="urn:microsoft.com/office/officeart/2018/layout/CircleProcess"/>
    <dgm:cxn modelId="{051A9791-9C1A-456E-AF74-618B6912B3B8}" type="presOf" srcId="{46D825E1-216F-49DD-AB17-0390FA309049}" destId="{5DE376A2-40DB-40AB-B5BD-2729CC6E6102}" srcOrd="0" destOrd="0" presId="urn:microsoft.com/office/officeart/2018/layout/CircleProcess"/>
    <dgm:cxn modelId="{6675B591-48C4-4DE3-93BC-62710E46B904}" srcId="{CFFB10BB-0248-44AE-97DD-F4312A4B79C5}" destId="{69E97FF1-9D6F-4DA1-8EBF-3EB444CB414E}" srcOrd="1" destOrd="0" parTransId="{C31D6DE4-06F1-46AD-A9E0-6D40B941D62A}" sibTransId="{351F7D98-4CBA-4AE8-BECC-2CEA5BCABCC2}"/>
    <dgm:cxn modelId="{491A78A8-924D-4504-836E-8C58AE21D83C}" srcId="{CFFB10BB-0248-44AE-97DD-F4312A4B79C5}" destId="{DCF3FD87-E0D2-48F0-9E96-4ECF1D3B0745}" srcOrd="5" destOrd="0" parTransId="{286FD41D-1622-4984-8F0B-4686E63A97E4}" sibTransId="{4208F85D-2BE6-4283-B000-FF7510B95B8E}"/>
    <dgm:cxn modelId="{5EDB1BAD-8558-402A-A902-05816513BB03}" type="presOf" srcId="{69E97FF1-9D6F-4DA1-8EBF-3EB444CB414E}" destId="{D2DF5DAE-C841-4693-8D94-BC2C7AB02FBD}" srcOrd="1" destOrd="0" presId="urn:microsoft.com/office/officeart/2018/layout/CircleProcess"/>
    <dgm:cxn modelId="{DE6BC0B7-A7FB-47A7-AC95-208038E4F3F3}" srcId="{CFFB10BB-0248-44AE-97DD-F4312A4B79C5}" destId="{91A7D66E-A399-483E-ADED-F15908A6FA03}" srcOrd="0" destOrd="0" parTransId="{74EC49D4-3F68-463B-93F9-5AAB0635DB2A}" sibTransId="{BCD2216D-E0A1-42AB-BAC4-4271BAB33D90}"/>
    <dgm:cxn modelId="{D833C3D3-F786-445F-B7BE-850C6E52E53B}" type="presOf" srcId="{F33F0C79-49CD-48D9-A60B-5FCFCDDC0898}" destId="{6EC126D3-6D6B-4F65-B598-902FCF253858}" srcOrd="1" destOrd="0" presId="urn:microsoft.com/office/officeart/2018/layout/CircleProcess"/>
    <dgm:cxn modelId="{4B1E52D5-BB93-4C4A-9974-28C94BBFB308}" srcId="{CFFB10BB-0248-44AE-97DD-F4312A4B79C5}" destId="{6A03B987-8D5E-4DC3-A039-9F11523F99A3}" srcOrd="2" destOrd="0" parTransId="{361C8453-C7BF-4240-80E3-56A41D534708}" sibTransId="{14188235-33BE-434C-B6C5-AF324ABF9C63}"/>
    <dgm:cxn modelId="{3B083EF4-990D-454B-BC95-64C025049DBF}" type="presOf" srcId="{6A03B987-8D5E-4DC3-A039-9F11523F99A3}" destId="{549932F3-F31E-453F-A479-3424859EB9CF}" srcOrd="1" destOrd="0" presId="urn:microsoft.com/office/officeart/2018/layout/CircleProcess"/>
    <dgm:cxn modelId="{0376055E-7237-4B35-84F7-D2AA9A0F646F}" type="presParOf" srcId="{EA62CC6E-04D9-4151-8134-5100D972FA0B}" destId="{4DCA196A-693D-4FF5-B678-67C51C75BF14}" srcOrd="0" destOrd="0" presId="urn:microsoft.com/office/officeart/2018/layout/CircleProcess"/>
    <dgm:cxn modelId="{A4822486-10F7-40D7-9C52-4395E21D8CD3}" type="presParOf" srcId="{4DCA196A-693D-4FF5-B678-67C51C75BF14}" destId="{673CA54A-F674-4DF9-96B1-F006AB1D0A74}" srcOrd="0" destOrd="0" presId="urn:microsoft.com/office/officeart/2018/layout/CircleProcess"/>
    <dgm:cxn modelId="{AD4BE629-1FD7-4676-9E67-39DEDEABA105}" type="presParOf" srcId="{EA62CC6E-04D9-4151-8134-5100D972FA0B}" destId="{06B4FAFC-FF9B-4134-840D-D7CD757884BD}" srcOrd="1" destOrd="0" presId="urn:microsoft.com/office/officeart/2018/layout/CircleProcess"/>
    <dgm:cxn modelId="{6C55DEED-780B-46F4-9236-92F3380AAFA8}" type="presParOf" srcId="{06B4FAFC-FF9B-4134-840D-D7CD757884BD}" destId="{BB66A1C5-9F48-4806-9296-8496F85D1B5F}" srcOrd="0" destOrd="0" presId="urn:microsoft.com/office/officeart/2018/layout/CircleProcess"/>
    <dgm:cxn modelId="{CD58F324-C8B7-4A81-B6F4-A7B2E080C6D4}" type="presParOf" srcId="{EA62CC6E-04D9-4151-8134-5100D972FA0B}" destId="{9B42E0FA-27F9-4246-988D-057FD68762EA}" srcOrd="2" destOrd="0" presId="urn:microsoft.com/office/officeart/2018/layout/CircleProcess"/>
    <dgm:cxn modelId="{D24039FA-ACAA-4C53-9562-3B2415A71C9B}" type="presParOf" srcId="{EA62CC6E-04D9-4151-8134-5100D972FA0B}" destId="{20021F57-E385-429A-BC5B-8A42F78DCF3E}" srcOrd="3" destOrd="0" presId="urn:microsoft.com/office/officeart/2018/layout/CircleProcess"/>
    <dgm:cxn modelId="{B1C53955-9E58-4FA4-AF1B-3A9AF2601946}" type="presParOf" srcId="{20021F57-E385-429A-BC5B-8A42F78DCF3E}" destId="{CFDB91CB-9B5B-4083-9119-700EC464E696}" srcOrd="0" destOrd="0" presId="urn:microsoft.com/office/officeart/2018/layout/CircleProcess"/>
    <dgm:cxn modelId="{0AD7462D-ED80-4BD2-9CCB-E66473B6CDAC}" type="presParOf" srcId="{EA62CC6E-04D9-4151-8134-5100D972FA0B}" destId="{EE736A75-86B8-4E9E-B9F5-6AE13759BA98}" srcOrd="4" destOrd="0" presId="urn:microsoft.com/office/officeart/2018/layout/CircleProcess"/>
    <dgm:cxn modelId="{D6B96A17-5050-403A-83EA-E1E562ED1086}" type="presParOf" srcId="{EE736A75-86B8-4E9E-B9F5-6AE13759BA98}" destId="{5DE376A2-40DB-40AB-B5BD-2729CC6E6102}" srcOrd="0" destOrd="0" presId="urn:microsoft.com/office/officeart/2018/layout/CircleProcess"/>
    <dgm:cxn modelId="{24D5C9EF-76D6-479A-94AF-91CFF40190F6}" type="presParOf" srcId="{EA62CC6E-04D9-4151-8134-5100D972FA0B}" destId="{9E81EC8E-34F2-4F34-823C-37C2E9B250F7}" srcOrd="5" destOrd="0" presId="urn:microsoft.com/office/officeart/2018/layout/CircleProcess"/>
    <dgm:cxn modelId="{B19B9D5E-319A-4A24-A9A1-8DFA632457CE}" type="presParOf" srcId="{EA62CC6E-04D9-4151-8134-5100D972FA0B}" destId="{A673AC80-A872-4014-B16B-BCDCD4CB35A2}" srcOrd="6" destOrd="0" presId="urn:microsoft.com/office/officeart/2018/layout/CircleProcess"/>
    <dgm:cxn modelId="{B0DB9E6F-6C59-4384-96B6-CD3094728E87}" type="presParOf" srcId="{A673AC80-A872-4014-B16B-BCDCD4CB35A2}" destId="{2870C400-5834-40F1-9D12-1A1CCD9F2610}" srcOrd="0" destOrd="0" presId="urn:microsoft.com/office/officeart/2018/layout/CircleProcess"/>
    <dgm:cxn modelId="{C9692C41-5166-4639-A27D-9DED13DC6B5F}" type="presParOf" srcId="{EA62CC6E-04D9-4151-8134-5100D972FA0B}" destId="{01061D52-EA19-4DAE-9BFC-97EA55B5DAE8}" srcOrd="7" destOrd="0" presId="urn:microsoft.com/office/officeart/2018/layout/CircleProcess"/>
    <dgm:cxn modelId="{8CC45F73-439A-4055-92E6-CAD07220DEB7}" type="presParOf" srcId="{01061D52-EA19-4DAE-9BFC-97EA55B5DAE8}" destId="{B12C01E9-B625-485B-BFD6-8A686F1AE9EB}" srcOrd="0" destOrd="0" presId="urn:microsoft.com/office/officeart/2018/layout/CircleProcess"/>
    <dgm:cxn modelId="{84414B29-E607-434E-AA79-D4A2CEEFA560}" type="presParOf" srcId="{EA62CC6E-04D9-4151-8134-5100D972FA0B}" destId="{6EC126D3-6D6B-4F65-B598-902FCF253858}" srcOrd="8" destOrd="0" presId="urn:microsoft.com/office/officeart/2018/layout/CircleProcess"/>
    <dgm:cxn modelId="{705E8C2D-ED49-477B-98F8-0F15BE69BFD1}" type="presParOf" srcId="{EA62CC6E-04D9-4151-8134-5100D972FA0B}" destId="{E434F4A6-09DA-4B45-B8F2-0EFC4801593A}" srcOrd="9" destOrd="0" presId="urn:microsoft.com/office/officeart/2018/layout/CircleProcess"/>
    <dgm:cxn modelId="{0E1B671B-DF6C-4869-A426-3F311B4CCFDC}" type="presParOf" srcId="{E434F4A6-09DA-4B45-B8F2-0EFC4801593A}" destId="{32F15977-C791-4A83-B55B-C7BB129430AB}" srcOrd="0" destOrd="0" presId="urn:microsoft.com/office/officeart/2018/layout/CircleProcess"/>
    <dgm:cxn modelId="{31F10864-300A-42E4-B180-6C8A6D477F7A}" type="presParOf" srcId="{EA62CC6E-04D9-4151-8134-5100D972FA0B}" destId="{79656966-BF42-4F70-A6B0-FC66947EFD04}" srcOrd="10" destOrd="0" presId="urn:microsoft.com/office/officeart/2018/layout/CircleProcess"/>
    <dgm:cxn modelId="{DDFCFA51-0E73-4E0C-A248-918B8768FBED}" type="presParOf" srcId="{79656966-BF42-4F70-A6B0-FC66947EFD04}" destId="{260E0FCA-6294-42A2-B4FD-E3D06FBE47D8}" srcOrd="0" destOrd="0" presId="urn:microsoft.com/office/officeart/2018/layout/CircleProcess"/>
    <dgm:cxn modelId="{F421865E-63A1-44EC-8691-B6465110A094}" type="presParOf" srcId="{EA62CC6E-04D9-4151-8134-5100D972FA0B}" destId="{549932F3-F31E-453F-A479-3424859EB9CF}" srcOrd="11" destOrd="0" presId="urn:microsoft.com/office/officeart/2018/layout/CircleProcess"/>
    <dgm:cxn modelId="{FE715F1B-9543-4342-B4C0-8931B1C79B7B}" type="presParOf" srcId="{EA62CC6E-04D9-4151-8134-5100D972FA0B}" destId="{A045BD28-F40C-4306-A5B1-E1363BEAF30B}" srcOrd="12" destOrd="0" presId="urn:microsoft.com/office/officeart/2018/layout/CircleProcess"/>
    <dgm:cxn modelId="{5BBB1F9C-26CC-4E5A-9C2F-B77CACCB513B}" type="presParOf" srcId="{A045BD28-F40C-4306-A5B1-E1363BEAF30B}" destId="{07F23597-F66C-4127-80EF-1238D140B512}" srcOrd="0" destOrd="0" presId="urn:microsoft.com/office/officeart/2018/layout/CircleProcess"/>
    <dgm:cxn modelId="{31714078-BD64-4C09-9804-41B4145A27C0}" type="presParOf" srcId="{EA62CC6E-04D9-4151-8134-5100D972FA0B}" destId="{D97BE46D-2641-4C79-804C-781F9F4EA717}" srcOrd="13" destOrd="0" presId="urn:microsoft.com/office/officeart/2018/layout/CircleProcess"/>
    <dgm:cxn modelId="{8B7F54EF-4F04-4835-8921-50C149886124}" type="presParOf" srcId="{D97BE46D-2641-4C79-804C-781F9F4EA717}" destId="{4484C69D-1D2E-4D6D-A4F3-9A409B2103BA}" srcOrd="0" destOrd="0" presId="urn:microsoft.com/office/officeart/2018/layout/CircleProcess"/>
    <dgm:cxn modelId="{B7A78CAD-94CC-4017-8E9A-863912E73DA3}" type="presParOf" srcId="{EA62CC6E-04D9-4151-8134-5100D972FA0B}" destId="{D2DF5DAE-C841-4693-8D94-BC2C7AB02FBD}" srcOrd="14" destOrd="0" presId="urn:microsoft.com/office/officeart/2018/layout/CircleProcess"/>
    <dgm:cxn modelId="{2B100512-15DC-4DB0-BD44-C66EAB9007F1}" type="presParOf" srcId="{EA62CC6E-04D9-4151-8134-5100D972FA0B}" destId="{FF60F755-5D35-4483-BC65-14D4611C3F51}" srcOrd="15" destOrd="0" presId="urn:microsoft.com/office/officeart/2018/layout/CircleProcess"/>
    <dgm:cxn modelId="{FC902F4C-DDE5-407A-A959-AB5F91AFF987}" type="presParOf" srcId="{FF60F755-5D35-4483-BC65-14D4611C3F51}" destId="{B43D3C7D-172A-4AE4-AF03-E1D333DC0A20}" srcOrd="0" destOrd="0" presId="urn:microsoft.com/office/officeart/2018/layout/CircleProcess"/>
    <dgm:cxn modelId="{FE93FEB6-725F-41D5-9C73-5F4367D3F45E}" type="presParOf" srcId="{EA62CC6E-04D9-4151-8134-5100D972FA0B}" destId="{E651402C-F08B-4E25-8EC7-CA432FFF93C4}" srcOrd="16" destOrd="0" presId="urn:microsoft.com/office/officeart/2018/layout/CircleProcess"/>
    <dgm:cxn modelId="{4BC9A7CE-0A05-45DD-B955-F276B6AAEF51}" type="presParOf" srcId="{E651402C-F08B-4E25-8EC7-CA432FFF93C4}" destId="{09E80A5A-9137-4B4A-B045-02906CC5FADB}" srcOrd="0" destOrd="0" presId="urn:microsoft.com/office/officeart/2018/layout/CircleProcess"/>
    <dgm:cxn modelId="{20126803-F5A1-43A7-9784-FE5EF4A4C882}" type="presParOf" srcId="{EA62CC6E-04D9-4151-8134-5100D972FA0B}" destId="{E7E3AC14-FD1B-4A21-8FCB-658C822BE4D2}" srcOrd="17" destOrd="0" presId="urn:microsoft.com/office/officeart/2018/layout/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5FE6365-4450-4948-BF4B-A95E0D295BE3}" type="doc">
      <dgm:prSet loTypeId="urn:microsoft.com/office/officeart/2016/7/layout/VerticalSolidActionList" loCatId="List" qsTypeId="urn:microsoft.com/office/officeart/2005/8/quickstyle/simple1" qsCatId="simple" csTypeId="urn:microsoft.com/office/officeart/2018/5/colors/Iconchunking_neutralbg_colorful1" csCatId="colorful" phldr="1"/>
      <dgm:spPr/>
      <dgm:t>
        <a:bodyPr/>
        <a:lstStyle/>
        <a:p>
          <a:endParaRPr lang="en-US"/>
        </a:p>
      </dgm:t>
    </dgm:pt>
    <dgm:pt modelId="{5873E809-6CD0-481A-9EA1-8192367BFC1F}">
      <dgm:prSet custT="1"/>
      <dgm:spPr/>
      <dgm:t>
        <a:bodyPr/>
        <a:lstStyle/>
        <a:p>
          <a:pPr>
            <a:lnSpc>
              <a:spcPct val="100000"/>
            </a:lnSpc>
            <a:defRPr b="1"/>
          </a:pPr>
          <a:r>
            <a:rPr lang="en-US" sz="2200" b="1" i="0" baseline="0" dirty="0"/>
            <a:t>Early Problem Detection</a:t>
          </a:r>
          <a:endParaRPr lang="en-US" sz="2200" dirty="0"/>
        </a:p>
      </dgm:t>
    </dgm:pt>
    <dgm:pt modelId="{DF21557F-9297-4FC7-995E-BCC0219E0179}" type="parTrans" cxnId="{2243C93D-2550-4724-BB80-B77678319E98}">
      <dgm:prSet/>
      <dgm:spPr/>
      <dgm:t>
        <a:bodyPr/>
        <a:lstStyle/>
        <a:p>
          <a:endParaRPr lang="en-US"/>
        </a:p>
      </dgm:t>
    </dgm:pt>
    <dgm:pt modelId="{83569C88-A36A-415E-8196-B1492ED2B470}" type="sibTrans" cxnId="{2243C93D-2550-4724-BB80-B77678319E98}">
      <dgm:prSet/>
      <dgm:spPr/>
      <dgm:t>
        <a:bodyPr/>
        <a:lstStyle/>
        <a:p>
          <a:endParaRPr lang="en-US"/>
        </a:p>
      </dgm:t>
    </dgm:pt>
    <dgm:pt modelId="{DE06A580-D256-48A1-91F2-34B95E20400C}">
      <dgm:prSet custT="1"/>
      <dgm:spPr/>
      <dgm:t>
        <a:bodyPr/>
        <a:lstStyle/>
        <a:p>
          <a:pPr>
            <a:lnSpc>
              <a:spcPct val="100000"/>
            </a:lnSpc>
          </a:pPr>
          <a:r>
            <a:rPr lang="en-US" sz="2000" b="0" i="0" baseline="0" dirty="0"/>
            <a:t>Continuous monitoring uncovers anomalies before they escalate into major failures.</a:t>
          </a:r>
          <a:endParaRPr lang="en-US" sz="2000" dirty="0"/>
        </a:p>
      </dgm:t>
    </dgm:pt>
    <dgm:pt modelId="{33FC9D05-35AD-44EC-909A-2491B625C749}" type="parTrans" cxnId="{74392D59-FEFF-4362-AC98-89B92B9715C0}">
      <dgm:prSet/>
      <dgm:spPr/>
      <dgm:t>
        <a:bodyPr/>
        <a:lstStyle/>
        <a:p>
          <a:endParaRPr lang="en-US"/>
        </a:p>
      </dgm:t>
    </dgm:pt>
    <dgm:pt modelId="{CDF8A31C-A08A-4AC0-AF8C-8324B3D5CC9E}" type="sibTrans" cxnId="{74392D59-FEFF-4362-AC98-89B92B9715C0}">
      <dgm:prSet/>
      <dgm:spPr/>
      <dgm:t>
        <a:bodyPr/>
        <a:lstStyle/>
        <a:p>
          <a:endParaRPr lang="en-US"/>
        </a:p>
      </dgm:t>
    </dgm:pt>
    <dgm:pt modelId="{565386DD-2B42-47D3-BDEE-700563FF6F8C}">
      <dgm:prSet custT="1"/>
      <dgm:spPr/>
      <dgm:t>
        <a:bodyPr/>
        <a:lstStyle/>
        <a:p>
          <a:pPr>
            <a:lnSpc>
              <a:spcPct val="100000"/>
            </a:lnSpc>
            <a:defRPr b="1"/>
          </a:pPr>
          <a:r>
            <a:rPr lang="en-US" sz="2200" b="1" i="0" baseline="0" dirty="0"/>
            <a:t>Improved Fuel Efficiency</a:t>
          </a:r>
          <a:endParaRPr lang="en-US" sz="2200" dirty="0"/>
        </a:p>
      </dgm:t>
    </dgm:pt>
    <dgm:pt modelId="{520F7D65-BF33-4C8A-B6A6-93A83750C36E}" type="parTrans" cxnId="{083A9F0C-EF5E-452E-946F-52D81E70807A}">
      <dgm:prSet/>
      <dgm:spPr/>
      <dgm:t>
        <a:bodyPr/>
        <a:lstStyle/>
        <a:p>
          <a:endParaRPr lang="en-US"/>
        </a:p>
      </dgm:t>
    </dgm:pt>
    <dgm:pt modelId="{769D36CF-EC39-4E17-8D96-72FDA25A175B}" type="sibTrans" cxnId="{083A9F0C-EF5E-452E-946F-52D81E70807A}">
      <dgm:prSet/>
      <dgm:spPr/>
      <dgm:t>
        <a:bodyPr/>
        <a:lstStyle/>
        <a:p>
          <a:endParaRPr lang="en-US"/>
        </a:p>
      </dgm:t>
    </dgm:pt>
    <dgm:pt modelId="{07D30C31-5256-4C05-AA2E-338C19EE5CD8}">
      <dgm:prSet custT="1"/>
      <dgm:spPr/>
      <dgm:t>
        <a:bodyPr/>
        <a:lstStyle/>
        <a:p>
          <a:pPr>
            <a:lnSpc>
              <a:spcPct val="100000"/>
            </a:lnSpc>
          </a:pPr>
          <a:r>
            <a:rPr lang="en-US" sz="2000" b="0" i="0" baseline="0" dirty="0"/>
            <a:t>Identifies issues (e.g., misfires, sensor drift) that degrade mileage, leading to lower fuel costs.</a:t>
          </a:r>
          <a:endParaRPr lang="en-US" sz="2000" dirty="0"/>
        </a:p>
      </dgm:t>
    </dgm:pt>
    <dgm:pt modelId="{EE162FCB-F65B-4EF6-9AF9-218981F4674D}" type="parTrans" cxnId="{6F545541-B967-4500-BB88-842BA53FD625}">
      <dgm:prSet/>
      <dgm:spPr/>
      <dgm:t>
        <a:bodyPr/>
        <a:lstStyle/>
        <a:p>
          <a:endParaRPr lang="en-US"/>
        </a:p>
      </dgm:t>
    </dgm:pt>
    <dgm:pt modelId="{2DC8AA99-B4D7-411C-B06A-F88A6E7CC555}" type="sibTrans" cxnId="{6F545541-B967-4500-BB88-842BA53FD625}">
      <dgm:prSet/>
      <dgm:spPr/>
      <dgm:t>
        <a:bodyPr/>
        <a:lstStyle/>
        <a:p>
          <a:endParaRPr lang="en-US"/>
        </a:p>
      </dgm:t>
    </dgm:pt>
    <dgm:pt modelId="{2B8EEE48-EFEB-4BD3-9588-58B2B78E7879}">
      <dgm:prSet custT="1"/>
      <dgm:spPr/>
      <dgm:t>
        <a:bodyPr/>
        <a:lstStyle/>
        <a:p>
          <a:pPr>
            <a:lnSpc>
              <a:spcPct val="100000"/>
            </a:lnSpc>
            <a:defRPr b="1"/>
          </a:pPr>
          <a:r>
            <a:rPr lang="en-US" sz="2200" b="1" i="0" baseline="0" dirty="0"/>
            <a:t>Cost Savings</a:t>
          </a:r>
          <a:endParaRPr lang="en-US" sz="2200" dirty="0"/>
        </a:p>
      </dgm:t>
    </dgm:pt>
    <dgm:pt modelId="{46B56365-2360-45BB-B304-B4C584D7E41E}" type="parTrans" cxnId="{9F5C6722-FA5A-4B55-8954-53BB282B4AAC}">
      <dgm:prSet/>
      <dgm:spPr/>
      <dgm:t>
        <a:bodyPr/>
        <a:lstStyle/>
        <a:p>
          <a:endParaRPr lang="en-US"/>
        </a:p>
      </dgm:t>
    </dgm:pt>
    <dgm:pt modelId="{45FA213D-C2E4-41AF-ACCB-423416D5496B}" type="sibTrans" cxnId="{9F5C6722-FA5A-4B55-8954-53BB282B4AAC}">
      <dgm:prSet/>
      <dgm:spPr/>
      <dgm:t>
        <a:bodyPr/>
        <a:lstStyle/>
        <a:p>
          <a:endParaRPr lang="en-US"/>
        </a:p>
      </dgm:t>
    </dgm:pt>
    <dgm:pt modelId="{9556AAC3-E095-47FC-8448-3888F6F7A199}">
      <dgm:prSet custT="1"/>
      <dgm:spPr/>
      <dgm:t>
        <a:bodyPr/>
        <a:lstStyle/>
        <a:p>
          <a:pPr>
            <a:lnSpc>
              <a:spcPct val="100000"/>
            </a:lnSpc>
          </a:pPr>
          <a:r>
            <a:rPr lang="en-US" sz="2000" b="0" i="0" baseline="0" dirty="0"/>
            <a:t>Addressing minor faults early prevents expensive repairs and reduces overall maintenance bills.</a:t>
          </a:r>
          <a:endParaRPr lang="en-US" sz="2000" dirty="0"/>
        </a:p>
      </dgm:t>
    </dgm:pt>
    <dgm:pt modelId="{089A0D80-0289-41BF-94A5-83E77CC56199}" type="parTrans" cxnId="{D906567A-B819-4AFA-8EC2-D863C931A957}">
      <dgm:prSet/>
      <dgm:spPr/>
      <dgm:t>
        <a:bodyPr/>
        <a:lstStyle/>
        <a:p>
          <a:endParaRPr lang="en-US"/>
        </a:p>
      </dgm:t>
    </dgm:pt>
    <dgm:pt modelId="{FD701BCD-4341-4D7B-A276-2631EA14120F}" type="sibTrans" cxnId="{D906567A-B819-4AFA-8EC2-D863C931A957}">
      <dgm:prSet/>
      <dgm:spPr/>
      <dgm:t>
        <a:bodyPr/>
        <a:lstStyle/>
        <a:p>
          <a:endParaRPr lang="en-US"/>
        </a:p>
      </dgm:t>
    </dgm:pt>
    <dgm:pt modelId="{0A56F6C2-F4D1-409A-B4E2-E3EC4D76B91E}">
      <dgm:prSet custT="1"/>
      <dgm:spPr/>
      <dgm:t>
        <a:bodyPr/>
        <a:lstStyle/>
        <a:p>
          <a:pPr>
            <a:lnSpc>
              <a:spcPct val="100000"/>
            </a:lnSpc>
            <a:defRPr b="1"/>
          </a:pPr>
          <a:r>
            <a:rPr lang="en-US" sz="2200" b="1" i="0" baseline="0" dirty="0"/>
            <a:t>Enhanced Safety</a:t>
          </a:r>
          <a:endParaRPr lang="en-US" sz="2200" dirty="0"/>
        </a:p>
      </dgm:t>
    </dgm:pt>
    <dgm:pt modelId="{E00F309D-9B1B-4DE8-A972-C29B4044BDF9}" type="parTrans" cxnId="{C22E8154-A1BB-4422-B366-800EE56D6369}">
      <dgm:prSet/>
      <dgm:spPr/>
      <dgm:t>
        <a:bodyPr/>
        <a:lstStyle/>
        <a:p>
          <a:endParaRPr lang="en-US"/>
        </a:p>
      </dgm:t>
    </dgm:pt>
    <dgm:pt modelId="{7F4E703E-171A-4233-BFD4-9F1E4C2C080B}" type="sibTrans" cxnId="{C22E8154-A1BB-4422-B366-800EE56D6369}">
      <dgm:prSet/>
      <dgm:spPr/>
      <dgm:t>
        <a:bodyPr/>
        <a:lstStyle/>
        <a:p>
          <a:endParaRPr lang="en-US"/>
        </a:p>
      </dgm:t>
    </dgm:pt>
    <dgm:pt modelId="{7C3F27BF-2E75-4913-BB0F-3E6A321DE14D}">
      <dgm:prSet custT="1"/>
      <dgm:spPr/>
      <dgm:t>
        <a:bodyPr/>
        <a:lstStyle/>
        <a:p>
          <a:pPr>
            <a:lnSpc>
              <a:spcPct val="100000"/>
            </a:lnSpc>
          </a:pPr>
          <a:r>
            <a:rPr lang="en-US" sz="2000" b="0" i="0" baseline="0" dirty="0"/>
            <a:t>Verifies critical systems (airbags, ABS) are operating correctly, ensuring peace of mind on the road.</a:t>
          </a:r>
          <a:endParaRPr lang="en-US" sz="2000" dirty="0"/>
        </a:p>
      </dgm:t>
    </dgm:pt>
    <dgm:pt modelId="{9A02C7DB-2628-4C28-BC9D-FAC2E7201D66}" type="parTrans" cxnId="{00180A52-9928-4179-8E4E-22EE15D9334F}">
      <dgm:prSet/>
      <dgm:spPr/>
      <dgm:t>
        <a:bodyPr/>
        <a:lstStyle/>
        <a:p>
          <a:endParaRPr lang="en-US"/>
        </a:p>
      </dgm:t>
    </dgm:pt>
    <dgm:pt modelId="{73C463E2-F447-4FBC-8A36-81687AD37CEB}" type="sibTrans" cxnId="{00180A52-9928-4179-8E4E-22EE15D9334F}">
      <dgm:prSet/>
      <dgm:spPr/>
      <dgm:t>
        <a:bodyPr/>
        <a:lstStyle/>
        <a:p>
          <a:endParaRPr lang="en-US"/>
        </a:p>
      </dgm:t>
    </dgm:pt>
    <dgm:pt modelId="{17DA0E1B-9996-4C33-8DF3-151B3E8D4CE4}">
      <dgm:prSet custT="1"/>
      <dgm:spPr/>
      <dgm:t>
        <a:bodyPr/>
        <a:lstStyle/>
        <a:p>
          <a:pPr>
            <a:lnSpc>
              <a:spcPct val="100000"/>
            </a:lnSpc>
            <a:defRPr b="1"/>
          </a:pPr>
          <a:r>
            <a:rPr lang="en-US" sz="2200" b="1" i="0" baseline="0" dirty="0"/>
            <a:t>Prolonged Vehicle Lifespan</a:t>
          </a:r>
          <a:endParaRPr lang="en-US" sz="2200" dirty="0"/>
        </a:p>
      </dgm:t>
    </dgm:pt>
    <dgm:pt modelId="{02CD7897-0C99-49E2-BDE5-93F33A76B302}" type="parTrans" cxnId="{D6831683-D379-4C1E-B3C2-2F9098195CE3}">
      <dgm:prSet/>
      <dgm:spPr/>
      <dgm:t>
        <a:bodyPr/>
        <a:lstStyle/>
        <a:p>
          <a:endParaRPr lang="en-US"/>
        </a:p>
      </dgm:t>
    </dgm:pt>
    <dgm:pt modelId="{A2BCEB17-141D-44C6-A76F-5830242AE101}" type="sibTrans" cxnId="{D6831683-D379-4C1E-B3C2-2F9098195CE3}">
      <dgm:prSet/>
      <dgm:spPr/>
      <dgm:t>
        <a:bodyPr/>
        <a:lstStyle/>
        <a:p>
          <a:endParaRPr lang="en-US"/>
        </a:p>
      </dgm:t>
    </dgm:pt>
    <dgm:pt modelId="{598383FD-599F-47BF-8736-0B2F37DF2413}">
      <dgm:prSet custT="1"/>
      <dgm:spPr/>
      <dgm:t>
        <a:bodyPr/>
        <a:lstStyle/>
        <a:p>
          <a:pPr>
            <a:lnSpc>
              <a:spcPct val="100000"/>
            </a:lnSpc>
          </a:pPr>
          <a:r>
            <a:rPr lang="en-US" sz="2000" b="0" i="0" baseline="0" dirty="0"/>
            <a:t>Proactive maintenance reduces wear, extending the life and reliability of your car.</a:t>
          </a:r>
          <a:endParaRPr lang="en-US" sz="2000" dirty="0"/>
        </a:p>
      </dgm:t>
    </dgm:pt>
    <dgm:pt modelId="{1AAEA412-892E-413D-B7E2-57CD5DFE4035}" type="parTrans" cxnId="{6E7B5C15-2D98-4EFE-AF40-B67AFBDD619C}">
      <dgm:prSet/>
      <dgm:spPr/>
      <dgm:t>
        <a:bodyPr/>
        <a:lstStyle/>
        <a:p>
          <a:endParaRPr lang="en-US"/>
        </a:p>
      </dgm:t>
    </dgm:pt>
    <dgm:pt modelId="{1CE9CB7B-49D8-4C13-A772-CAAFD04F2179}" type="sibTrans" cxnId="{6E7B5C15-2D98-4EFE-AF40-B67AFBDD619C}">
      <dgm:prSet/>
      <dgm:spPr/>
      <dgm:t>
        <a:bodyPr/>
        <a:lstStyle/>
        <a:p>
          <a:endParaRPr lang="en-US"/>
        </a:p>
      </dgm:t>
    </dgm:pt>
    <dgm:pt modelId="{B4F86DE6-AE54-47A8-AFC8-36921201308D}" type="pres">
      <dgm:prSet presAssocID="{95FE6365-4450-4948-BF4B-A95E0D295BE3}" presName="Name0" presStyleCnt="0">
        <dgm:presLayoutVars>
          <dgm:dir/>
          <dgm:animLvl val="lvl"/>
          <dgm:resizeHandles val="exact"/>
        </dgm:presLayoutVars>
      </dgm:prSet>
      <dgm:spPr/>
    </dgm:pt>
    <dgm:pt modelId="{ECE983F0-4183-4DE3-9F17-9E08BCF7DEC0}" type="pres">
      <dgm:prSet presAssocID="{5873E809-6CD0-481A-9EA1-8192367BFC1F}" presName="linNode" presStyleCnt="0"/>
      <dgm:spPr/>
    </dgm:pt>
    <dgm:pt modelId="{943FF4B2-E6D7-4AA7-A7CE-D0B02B4D380B}" type="pres">
      <dgm:prSet presAssocID="{5873E809-6CD0-481A-9EA1-8192367BFC1F}" presName="parentText" presStyleLbl="alignNode1" presStyleIdx="0" presStyleCnt="5">
        <dgm:presLayoutVars>
          <dgm:chMax val="1"/>
          <dgm:bulletEnabled/>
        </dgm:presLayoutVars>
      </dgm:prSet>
      <dgm:spPr/>
    </dgm:pt>
    <dgm:pt modelId="{89751DD8-C3DB-4C9F-92E3-F36A86C4F93B}" type="pres">
      <dgm:prSet presAssocID="{5873E809-6CD0-481A-9EA1-8192367BFC1F}" presName="descendantText" presStyleLbl="alignAccFollowNode1" presStyleIdx="0" presStyleCnt="5">
        <dgm:presLayoutVars>
          <dgm:bulletEnabled/>
        </dgm:presLayoutVars>
      </dgm:prSet>
      <dgm:spPr/>
    </dgm:pt>
    <dgm:pt modelId="{5E8B0AA0-914B-4A5E-B9D4-40BBAF6B333B}" type="pres">
      <dgm:prSet presAssocID="{83569C88-A36A-415E-8196-B1492ED2B470}" presName="sp" presStyleCnt="0"/>
      <dgm:spPr/>
    </dgm:pt>
    <dgm:pt modelId="{96D9A687-D4FF-4E14-9DB0-B50E025824FB}" type="pres">
      <dgm:prSet presAssocID="{565386DD-2B42-47D3-BDEE-700563FF6F8C}" presName="linNode" presStyleCnt="0"/>
      <dgm:spPr/>
    </dgm:pt>
    <dgm:pt modelId="{237E32C2-6782-4AA8-9963-86682FAFA145}" type="pres">
      <dgm:prSet presAssocID="{565386DD-2B42-47D3-BDEE-700563FF6F8C}" presName="parentText" presStyleLbl="alignNode1" presStyleIdx="1" presStyleCnt="5">
        <dgm:presLayoutVars>
          <dgm:chMax val="1"/>
          <dgm:bulletEnabled/>
        </dgm:presLayoutVars>
      </dgm:prSet>
      <dgm:spPr/>
    </dgm:pt>
    <dgm:pt modelId="{094CE2C0-FB36-430A-B04A-4AB27EFCCCD9}" type="pres">
      <dgm:prSet presAssocID="{565386DD-2B42-47D3-BDEE-700563FF6F8C}" presName="descendantText" presStyleLbl="alignAccFollowNode1" presStyleIdx="1" presStyleCnt="5">
        <dgm:presLayoutVars>
          <dgm:bulletEnabled/>
        </dgm:presLayoutVars>
      </dgm:prSet>
      <dgm:spPr/>
    </dgm:pt>
    <dgm:pt modelId="{95A17480-D4AD-41D7-B7E1-00ED998FC288}" type="pres">
      <dgm:prSet presAssocID="{769D36CF-EC39-4E17-8D96-72FDA25A175B}" presName="sp" presStyleCnt="0"/>
      <dgm:spPr/>
    </dgm:pt>
    <dgm:pt modelId="{ED0318BD-C3A9-45DE-BE66-204FAED5B77B}" type="pres">
      <dgm:prSet presAssocID="{2B8EEE48-EFEB-4BD3-9588-58B2B78E7879}" presName="linNode" presStyleCnt="0"/>
      <dgm:spPr/>
    </dgm:pt>
    <dgm:pt modelId="{9FBA3474-9554-4274-9F46-148DAF1DA1B2}" type="pres">
      <dgm:prSet presAssocID="{2B8EEE48-EFEB-4BD3-9588-58B2B78E7879}" presName="parentText" presStyleLbl="alignNode1" presStyleIdx="2" presStyleCnt="5">
        <dgm:presLayoutVars>
          <dgm:chMax val="1"/>
          <dgm:bulletEnabled/>
        </dgm:presLayoutVars>
      </dgm:prSet>
      <dgm:spPr/>
    </dgm:pt>
    <dgm:pt modelId="{1A4F3314-DD3A-4DD7-A3D0-CB3BBAC26A65}" type="pres">
      <dgm:prSet presAssocID="{2B8EEE48-EFEB-4BD3-9588-58B2B78E7879}" presName="descendantText" presStyleLbl="alignAccFollowNode1" presStyleIdx="2" presStyleCnt="5">
        <dgm:presLayoutVars>
          <dgm:bulletEnabled/>
        </dgm:presLayoutVars>
      </dgm:prSet>
      <dgm:spPr/>
    </dgm:pt>
    <dgm:pt modelId="{C31E8E7E-937B-4BCF-8386-5D56967EA17F}" type="pres">
      <dgm:prSet presAssocID="{45FA213D-C2E4-41AF-ACCB-423416D5496B}" presName="sp" presStyleCnt="0"/>
      <dgm:spPr/>
    </dgm:pt>
    <dgm:pt modelId="{46D1B300-E994-4CB5-967D-9415F5C7C2D5}" type="pres">
      <dgm:prSet presAssocID="{0A56F6C2-F4D1-409A-B4E2-E3EC4D76B91E}" presName="linNode" presStyleCnt="0"/>
      <dgm:spPr/>
    </dgm:pt>
    <dgm:pt modelId="{935B9044-9421-403B-9A94-5073E53A1623}" type="pres">
      <dgm:prSet presAssocID="{0A56F6C2-F4D1-409A-B4E2-E3EC4D76B91E}" presName="parentText" presStyleLbl="alignNode1" presStyleIdx="3" presStyleCnt="5">
        <dgm:presLayoutVars>
          <dgm:chMax val="1"/>
          <dgm:bulletEnabled/>
        </dgm:presLayoutVars>
      </dgm:prSet>
      <dgm:spPr/>
    </dgm:pt>
    <dgm:pt modelId="{ED397AE8-4636-4978-926B-A9BFE4973BF5}" type="pres">
      <dgm:prSet presAssocID="{0A56F6C2-F4D1-409A-B4E2-E3EC4D76B91E}" presName="descendantText" presStyleLbl="alignAccFollowNode1" presStyleIdx="3" presStyleCnt="5">
        <dgm:presLayoutVars>
          <dgm:bulletEnabled/>
        </dgm:presLayoutVars>
      </dgm:prSet>
      <dgm:spPr/>
    </dgm:pt>
    <dgm:pt modelId="{51EFECFA-4EB4-4A65-9F0F-A6CB7637C167}" type="pres">
      <dgm:prSet presAssocID="{7F4E703E-171A-4233-BFD4-9F1E4C2C080B}" presName="sp" presStyleCnt="0"/>
      <dgm:spPr/>
    </dgm:pt>
    <dgm:pt modelId="{C1175EE6-9EB2-42E4-BE9D-7308171325BC}" type="pres">
      <dgm:prSet presAssocID="{17DA0E1B-9996-4C33-8DF3-151B3E8D4CE4}" presName="linNode" presStyleCnt="0"/>
      <dgm:spPr/>
    </dgm:pt>
    <dgm:pt modelId="{3A1262C3-4739-4368-B4CA-C26264C8E94F}" type="pres">
      <dgm:prSet presAssocID="{17DA0E1B-9996-4C33-8DF3-151B3E8D4CE4}" presName="parentText" presStyleLbl="alignNode1" presStyleIdx="4" presStyleCnt="5">
        <dgm:presLayoutVars>
          <dgm:chMax val="1"/>
          <dgm:bulletEnabled/>
        </dgm:presLayoutVars>
      </dgm:prSet>
      <dgm:spPr/>
    </dgm:pt>
    <dgm:pt modelId="{F02FA17D-1D96-4249-BCB3-1D87E42BAF23}" type="pres">
      <dgm:prSet presAssocID="{17DA0E1B-9996-4C33-8DF3-151B3E8D4CE4}" presName="descendantText" presStyleLbl="alignAccFollowNode1" presStyleIdx="4" presStyleCnt="5">
        <dgm:presLayoutVars>
          <dgm:bulletEnabled/>
        </dgm:presLayoutVars>
      </dgm:prSet>
      <dgm:spPr/>
    </dgm:pt>
  </dgm:ptLst>
  <dgm:cxnLst>
    <dgm:cxn modelId="{083A9F0C-EF5E-452E-946F-52D81E70807A}" srcId="{95FE6365-4450-4948-BF4B-A95E0D295BE3}" destId="{565386DD-2B42-47D3-BDEE-700563FF6F8C}" srcOrd="1" destOrd="0" parTransId="{520F7D65-BF33-4C8A-B6A6-93A83750C36E}" sibTransId="{769D36CF-EC39-4E17-8D96-72FDA25A175B}"/>
    <dgm:cxn modelId="{6E7B5C15-2D98-4EFE-AF40-B67AFBDD619C}" srcId="{17DA0E1B-9996-4C33-8DF3-151B3E8D4CE4}" destId="{598383FD-599F-47BF-8736-0B2F37DF2413}" srcOrd="0" destOrd="0" parTransId="{1AAEA412-892E-413D-B7E2-57CD5DFE4035}" sibTransId="{1CE9CB7B-49D8-4C13-A772-CAAFD04F2179}"/>
    <dgm:cxn modelId="{DBDF0618-BEC6-42B8-9C85-4A2325F9D43B}" type="presOf" srcId="{2B8EEE48-EFEB-4BD3-9588-58B2B78E7879}" destId="{9FBA3474-9554-4274-9F46-148DAF1DA1B2}" srcOrd="0" destOrd="0" presId="urn:microsoft.com/office/officeart/2016/7/layout/VerticalSolidActionList"/>
    <dgm:cxn modelId="{9F5C6722-FA5A-4B55-8954-53BB282B4AAC}" srcId="{95FE6365-4450-4948-BF4B-A95E0D295BE3}" destId="{2B8EEE48-EFEB-4BD3-9588-58B2B78E7879}" srcOrd="2" destOrd="0" parTransId="{46B56365-2360-45BB-B304-B4C584D7E41E}" sibTransId="{45FA213D-C2E4-41AF-ACCB-423416D5496B}"/>
    <dgm:cxn modelId="{2243C93D-2550-4724-BB80-B77678319E98}" srcId="{95FE6365-4450-4948-BF4B-A95E0D295BE3}" destId="{5873E809-6CD0-481A-9EA1-8192367BFC1F}" srcOrd="0" destOrd="0" parTransId="{DF21557F-9297-4FC7-995E-BCC0219E0179}" sibTransId="{83569C88-A36A-415E-8196-B1492ED2B470}"/>
    <dgm:cxn modelId="{C63DED5F-E41A-4539-82B2-0BC19D1CE29C}" type="presOf" srcId="{598383FD-599F-47BF-8736-0B2F37DF2413}" destId="{F02FA17D-1D96-4249-BCB3-1D87E42BAF23}" srcOrd="0" destOrd="0" presId="urn:microsoft.com/office/officeart/2016/7/layout/VerticalSolidActionList"/>
    <dgm:cxn modelId="{57CAF660-CABE-44C0-9D22-4FF205A3539D}" type="presOf" srcId="{9556AAC3-E095-47FC-8448-3888F6F7A199}" destId="{1A4F3314-DD3A-4DD7-A3D0-CB3BBAC26A65}" srcOrd="0" destOrd="0" presId="urn:microsoft.com/office/officeart/2016/7/layout/VerticalSolidActionList"/>
    <dgm:cxn modelId="{6F545541-B967-4500-BB88-842BA53FD625}" srcId="{565386DD-2B42-47D3-BDEE-700563FF6F8C}" destId="{07D30C31-5256-4C05-AA2E-338C19EE5CD8}" srcOrd="0" destOrd="0" parTransId="{EE162FCB-F65B-4EF6-9AF9-218981F4674D}" sibTransId="{2DC8AA99-B4D7-411C-B06A-F88A6E7CC555}"/>
    <dgm:cxn modelId="{4258AE61-2CDD-43B3-A990-277A02FE68F3}" type="presOf" srcId="{95FE6365-4450-4948-BF4B-A95E0D295BE3}" destId="{B4F86DE6-AE54-47A8-AFC8-36921201308D}" srcOrd="0" destOrd="0" presId="urn:microsoft.com/office/officeart/2016/7/layout/VerticalSolidActionList"/>
    <dgm:cxn modelId="{F333196B-70F0-40F7-B5AD-237896C6C8A9}" type="presOf" srcId="{0A56F6C2-F4D1-409A-B4E2-E3EC4D76B91E}" destId="{935B9044-9421-403B-9A94-5073E53A1623}" srcOrd="0" destOrd="0" presId="urn:microsoft.com/office/officeart/2016/7/layout/VerticalSolidActionList"/>
    <dgm:cxn modelId="{00180A52-9928-4179-8E4E-22EE15D9334F}" srcId="{0A56F6C2-F4D1-409A-B4E2-E3EC4D76B91E}" destId="{7C3F27BF-2E75-4913-BB0F-3E6A321DE14D}" srcOrd="0" destOrd="0" parTransId="{9A02C7DB-2628-4C28-BC9D-FAC2E7201D66}" sibTransId="{73C463E2-F447-4FBC-8A36-81687AD37CEB}"/>
    <dgm:cxn modelId="{C22E8154-A1BB-4422-B366-800EE56D6369}" srcId="{95FE6365-4450-4948-BF4B-A95E0D295BE3}" destId="{0A56F6C2-F4D1-409A-B4E2-E3EC4D76B91E}" srcOrd="3" destOrd="0" parTransId="{E00F309D-9B1B-4DE8-A972-C29B4044BDF9}" sibTransId="{7F4E703E-171A-4233-BFD4-9F1E4C2C080B}"/>
    <dgm:cxn modelId="{74392D59-FEFF-4362-AC98-89B92B9715C0}" srcId="{5873E809-6CD0-481A-9EA1-8192367BFC1F}" destId="{DE06A580-D256-48A1-91F2-34B95E20400C}" srcOrd="0" destOrd="0" parTransId="{33FC9D05-35AD-44EC-909A-2491B625C749}" sibTransId="{CDF8A31C-A08A-4AC0-AF8C-8324B3D5CC9E}"/>
    <dgm:cxn modelId="{D906567A-B819-4AFA-8EC2-D863C931A957}" srcId="{2B8EEE48-EFEB-4BD3-9588-58B2B78E7879}" destId="{9556AAC3-E095-47FC-8448-3888F6F7A199}" srcOrd="0" destOrd="0" parTransId="{089A0D80-0289-41BF-94A5-83E77CC56199}" sibTransId="{FD701BCD-4341-4D7B-A276-2631EA14120F}"/>
    <dgm:cxn modelId="{D6831683-D379-4C1E-B3C2-2F9098195CE3}" srcId="{95FE6365-4450-4948-BF4B-A95E0D295BE3}" destId="{17DA0E1B-9996-4C33-8DF3-151B3E8D4CE4}" srcOrd="4" destOrd="0" parTransId="{02CD7897-0C99-49E2-BDE5-93F33A76B302}" sibTransId="{A2BCEB17-141D-44C6-A76F-5830242AE101}"/>
    <dgm:cxn modelId="{607B2F9C-F886-4525-8FE2-D7634594FFA9}" type="presOf" srcId="{7C3F27BF-2E75-4913-BB0F-3E6A321DE14D}" destId="{ED397AE8-4636-4978-926B-A9BFE4973BF5}" srcOrd="0" destOrd="0" presId="urn:microsoft.com/office/officeart/2016/7/layout/VerticalSolidActionList"/>
    <dgm:cxn modelId="{D21009B6-C341-415A-9FBD-CD7F6771DACF}" type="presOf" srcId="{07D30C31-5256-4C05-AA2E-338C19EE5CD8}" destId="{094CE2C0-FB36-430A-B04A-4AB27EFCCCD9}" srcOrd="0" destOrd="0" presId="urn:microsoft.com/office/officeart/2016/7/layout/VerticalSolidActionList"/>
    <dgm:cxn modelId="{3230ACC7-1258-4761-AE85-7172678B9563}" type="presOf" srcId="{5873E809-6CD0-481A-9EA1-8192367BFC1F}" destId="{943FF4B2-E6D7-4AA7-A7CE-D0B02B4D380B}" srcOrd="0" destOrd="0" presId="urn:microsoft.com/office/officeart/2016/7/layout/VerticalSolidActionList"/>
    <dgm:cxn modelId="{5C88B2C8-5848-4AA2-9444-079095F2F728}" type="presOf" srcId="{DE06A580-D256-48A1-91F2-34B95E20400C}" destId="{89751DD8-C3DB-4C9F-92E3-F36A86C4F93B}" srcOrd="0" destOrd="0" presId="urn:microsoft.com/office/officeart/2016/7/layout/VerticalSolidActionList"/>
    <dgm:cxn modelId="{81D479EA-AD52-4CAF-8D67-E66396B2BF05}" type="presOf" srcId="{17DA0E1B-9996-4C33-8DF3-151B3E8D4CE4}" destId="{3A1262C3-4739-4368-B4CA-C26264C8E94F}" srcOrd="0" destOrd="0" presId="urn:microsoft.com/office/officeart/2016/7/layout/VerticalSolidActionList"/>
    <dgm:cxn modelId="{D2293BF1-CDF4-49F6-B06A-3B5B47827947}" type="presOf" srcId="{565386DD-2B42-47D3-BDEE-700563FF6F8C}" destId="{237E32C2-6782-4AA8-9963-86682FAFA145}" srcOrd="0" destOrd="0" presId="urn:microsoft.com/office/officeart/2016/7/layout/VerticalSolidActionList"/>
    <dgm:cxn modelId="{710B8624-6961-4ED4-BE77-740AABD7E322}" type="presParOf" srcId="{B4F86DE6-AE54-47A8-AFC8-36921201308D}" destId="{ECE983F0-4183-4DE3-9F17-9E08BCF7DEC0}" srcOrd="0" destOrd="0" presId="urn:microsoft.com/office/officeart/2016/7/layout/VerticalSolidActionList"/>
    <dgm:cxn modelId="{EBC84D6A-3241-4852-A290-B0F90001B8D2}" type="presParOf" srcId="{ECE983F0-4183-4DE3-9F17-9E08BCF7DEC0}" destId="{943FF4B2-E6D7-4AA7-A7CE-D0B02B4D380B}" srcOrd="0" destOrd="0" presId="urn:microsoft.com/office/officeart/2016/7/layout/VerticalSolidActionList"/>
    <dgm:cxn modelId="{3DFDBC32-C230-446A-9B13-EA6DAC628216}" type="presParOf" srcId="{ECE983F0-4183-4DE3-9F17-9E08BCF7DEC0}" destId="{89751DD8-C3DB-4C9F-92E3-F36A86C4F93B}" srcOrd="1" destOrd="0" presId="urn:microsoft.com/office/officeart/2016/7/layout/VerticalSolidActionList"/>
    <dgm:cxn modelId="{60C4FDAE-3632-44CE-87C7-64853C068290}" type="presParOf" srcId="{B4F86DE6-AE54-47A8-AFC8-36921201308D}" destId="{5E8B0AA0-914B-4A5E-B9D4-40BBAF6B333B}" srcOrd="1" destOrd="0" presId="urn:microsoft.com/office/officeart/2016/7/layout/VerticalSolidActionList"/>
    <dgm:cxn modelId="{C4EC32AC-872E-4CA3-BB8C-221D99F52E83}" type="presParOf" srcId="{B4F86DE6-AE54-47A8-AFC8-36921201308D}" destId="{96D9A687-D4FF-4E14-9DB0-B50E025824FB}" srcOrd="2" destOrd="0" presId="urn:microsoft.com/office/officeart/2016/7/layout/VerticalSolidActionList"/>
    <dgm:cxn modelId="{A06FDE3C-F5D7-47AC-AA62-3A9DE98DD838}" type="presParOf" srcId="{96D9A687-D4FF-4E14-9DB0-B50E025824FB}" destId="{237E32C2-6782-4AA8-9963-86682FAFA145}" srcOrd="0" destOrd="0" presId="urn:microsoft.com/office/officeart/2016/7/layout/VerticalSolidActionList"/>
    <dgm:cxn modelId="{D3868C0E-C3DA-439A-A39F-5E4D5F5F4D31}" type="presParOf" srcId="{96D9A687-D4FF-4E14-9DB0-B50E025824FB}" destId="{094CE2C0-FB36-430A-B04A-4AB27EFCCCD9}" srcOrd="1" destOrd="0" presId="urn:microsoft.com/office/officeart/2016/7/layout/VerticalSolidActionList"/>
    <dgm:cxn modelId="{38EA6C32-E46D-4F8A-8967-9E9007087E49}" type="presParOf" srcId="{B4F86DE6-AE54-47A8-AFC8-36921201308D}" destId="{95A17480-D4AD-41D7-B7E1-00ED998FC288}" srcOrd="3" destOrd="0" presId="urn:microsoft.com/office/officeart/2016/7/layout/VerticalSolidActionList"/>
    <dgm:cxn modelId="{627C2D70-EB25-4F17-BC7F-280F74A0FFA9}" type="presParOf" srcId="{B4F86DE6-AE54-47A8-AFC8-36921201308D}" destId="{ED0318BD-C3A9-45DE-BE66-204FAED5B77B}" srcOrd="4" destOrd="0" presId="urn:microsoft.com/office/officeart/2016/7/layout/VerticalSolidActionList"/>
    <dgm:cxn modelId="{2BF880A6-6430-404C-8238-F6C0919B1ED4}" type="presParOf" srcId="{ED0318BD-C3A9-45DE-BE66-204FAED5B77B}" destId="{9FBA3474-9554-4274-9F46-148DAF1DA1B2}" srcOrd="0" destOrd="0" presId="urn:microsoft.com/office/officeart/2016/7/layout/VerticalSolidActionList"/>
    <dgm:cxn modelId="{7A601778-4762-487A-84BC-A3C2E215ABED}" type="presParOf" srcId="{ED0318BD-C3A9-45DE-BE66-204FAED5B77B}" destId="{1A4F3314-DD3A-4DD7-A3D0-CB3BBAC26A65}" srcOrd="1" destOrd="0" presId="urn:microsoft.com/office/officeart/2016/7/layout/VerticalSolidActionList"/>
    <dgm:cxn modelId="{04D01A81-F894-4FE6-A5BA-13CA15A8C965}" type="presParOf" srcId="{B4F86DE6-AE54-47A8-AFC8-36921201308D}" destId="{C31E8E7E-937B-4BCF-8386-5D56967EA17F}" srcOrd="5" destOrd="0" presId="urn:microsoft.com/office/officeart/2016/7/layout/VerticalSolidActionList"/>
    <dgm:cxn modelId="{71C67865-038E-4375-AC38-9154C865430D}" type="presParOf" srcId="{B4F86DE6-AE54-47A8-AFC8-36921201308D}" destId="{46D1B300-E994-4CB5-967D-9415F5C7C2D5}" srcOrd="6" destOrd="0" presId="urn:microsoft.com/office/officeart/2016/7/layout/VerticalSolidActionList"/>
    <dgm:cxn modelId="{459F100D-DBA6-426A-87CC-1C51F2418509}" type="presParOf" srcId="{46D1B300-E994-4CB5-967D-9415F5C7C2D5}" destId="{935B9044-9421-403B-9A94-5073E53A1623}" srcOrd="0" destOrd="0" presId="urn:microsoft.com/office/officeart/2016/7/layout/VerticalSolidActionList"/>
    <dgm:cxn modelId="{A5A64AAA-3C12-48A3-B314-B7A9AE692F47}" type="presParOf" srcId="{46D1B300-E994-4CB5-967D-9415F5C7C2D5}" destId="{ED397AE8-4636-4978-926B-A9BFE4973BF5}" srcOrd="1" destOrd="0" presId="urn:microsoft.com/office/officeart/2016/7/layout/VerticalSolidActionList"/>
    <dgm:cxn modelId="{4225A41C-2F0F-4941-816B-337FDBA1DFE5}" type="presParOf" srcId="{B4F86DE6-AE54-47A8-AFC8-36921201308D}" destId="{51EFECFA-4EB4-4A65-9F0F-A6CB7637C167}" srcOrd="7" destOrd="0" presId="urn:microsoft.com/office/officeart/2016/7/layout/VerticalSolidActionList"/>
    <dgm:cxn modelId="{946098E2-82B6-4901-82DF-8660BDF3F8EB}" type="presParOf" srcId="{B4F86DE6-AE54-47A8-AFC8-36921201308D}" destId="{C1175EE6-9EB2-42E4-BE9D-7308171325BC}" srcOrd="8" destOrd="0" presId="urn:microsoft.com/office/officeart/2016/7/layout/VerticalSolidActionList"/>
    <dgm:cxn modelId="{D68994FE-52C4-4359-8534-56AF94FB4A16}" type="presParOf" srcId="{C1175EE6-9EB2-42E4-BE9D-7308171325BC}" destId="{3A1262C3-4739-4368-B4CA-C26264C8E94F}" srcOrd="0" destOrd="0" presId="urn:microsoft.com/office/officeart/2016/7/layout/VerticalSolidActionList"/>
    <dgm:cxn modelId="{5F54AFB2-9254-46AC-BF5A-9F098FDBE8F0}" type="presParOf" srcId="{C1175EE6-9EB2-42E4-BE9D-7308171325BC}" destId="{F02FA17D-1D96-4249-BCB3-1D87E42BAF23}" srcOrd="1" destOrd="0" presId="urn:microsoft.com/office/officeart/2016/7/layout/VerticalSolid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51601C2-DC3E-4E7E-AEDF-88DD3EB45BF9}" type="doc">
      <dgm:prSet loTypeId="urn:microsoft.com/office/officeart/2005/8/layout/vList5" loCatId="list" qsTypeId="urn:microsoft.com/office/officeart/2005/8/quickstyle/simple4" qsCatId="simple" csTypeId="urn:microsoft.com/office/officeart/2005/8/colors/accent0_3" csCatId="mainScheme"/>
      <dgm:spPr/>
      <dgm:t>
        <a:bodyPr/>
        <a:lstStyle/>
        <a:p>
          <a:endParaRPr lang="en-US"/>
        </a:p>
      </dgm:t>
    </dgm:pt>
    <dgm:pt modelId="{D6358378-E4A2-4D9D-BEFE-5B1FF110A7F9}">
      <dgm:prSet/>
      <dgm:spPr/>
      <dgm:t>
        <a:bodyPr/>
        <a:lstStyle/>
        <a:p>
          <a:r>
            <a:rPr lang="en-US" b="1" i="0" baseline="0"/>
            <a:t>Request Initiation</a:t>
          </a:r>
          <a:endParaRPr lang="en-US"/>
        </a:p>
      </dgm:t>
    </dgm:pt>
    <dgm:pt modelId="{5AA8F5DB-9E8D-49BA-8418-1A4F215AE137}" type="parTrans" cxnId="{C4E03B55-B40F-407C-807E-544FE1BCCED9}">
      <dgm:prSet/>
      <dgm:spPr/>
      <dgm:t>
        <a:bodyPr/>
        <a:lstStyle/>
        <a:p>
          <a:endParaRPr lang="en-US"/>
        </a:p>
      </dgm:t>
    </dgm:pt>
    <dgm:pt modelId="{840E2060-896F-480F-97A0-FB479F12ECFA}" type="sibTrans" cxnId="{C4E03B55-B40F-407C-807E-544FE1BCCED9}">
      <dgm:prSet/>
      <dgm:spPr/>
      <dgm:t>
        <a:bodyPr/>
        <a:lstStyle/>
        <a:p>
          <a:endParaRPr lang="en-US"/>
        </a:p>
      </dgm:t>
    </dgm:pt>
    <dgm:pt modelId="{55602B73-8A57-43F0-A2E9-28211915C3E4}">
      <dgm:prSet/>
      <dgm:spPr/>
      <dgm:t>
        <a:bodyPr/>
        <a:lstStyle/>
        <a:p>
          <a:r>
            <a:rPr lang="en-US" b="1" i="0" baseline="0"/>
            <a:t>Diagnostics Client</a:t>
          </a:r>
          <a:r>
            <a:rPr lang="en-US" b="0" i="0" baseline="0"/>
            <a:t> on Raspberry Pi sends UDS requests over CAN ID 0x7E0.</a:t>
          </a:r>
          <a:endParaRPr lang="en-US"/>
        </a:p>
      </dgm:t>
    </dgm:pt>
    <dgm:pt modelId="{25698F96-442D-436A-A149-D13549D3F9DB}" type="parTrans" cxnId="{993CEAC3-AE9E-430D-8203-169182F8FBF3}">
      <dgm:prSet/>
      <dgm:spPr/>
      <dgm:t>
        <a:bodyPr/>
        <a:lstStyle/>
        <a:p>
          <a:endParaRPr lang="en-US"/>
        </a:p>
      </dgm:t>
    </dgm:pt>
    <dgm:pt modelId="{C91F76EC-AA88-4BAE-B004-8BFA9534F3ED}" type="sibTrans" cxnId="{993CEAC3-AE9E-430D-8203-169182F8FBF3}">
      <dgm:prSet/>
      <dgm:spPr/>
      <dgm:t>
        <a:bodyPr/>
        <a:lstStyle/>
        <a:p>
          <a:endParaRPr lang="en-US"/>
        </a:p>
      </dgm:t>
    </dgm:pt>
    <dgm:pt modelId="{B5DB388D-5DF4-4412-9839-E40CD50E59BB}">
      <dgm:prSet/>
      <dgm:spPr/>
      <dgm:t>
        <a:bodyPr/>
        <a:lstStyle/>
        <a:p>
          <a:r>
            <a:rPr lang="en-US" b="1" i="0" baseline="0"/>
            <a:t>UDS Session Control</a:t>
          </a:r>
          <a:endParaRPr lang="en-US"/>
        </a:p>
      </dgm:t>
    </dgm:pt>
    <dgm:pt modelId="{7E8B8E80-F3B9-4109-9EB6-27DAB7607DDB}" type="parTrans" cxnId="{25D645A4-4086-48F0-B855-7C3B2E1C7C01}">
      <dgm:prSet/>
      <dgm:spPr/>
      <dgm:t>
        <a:bodyPr/>
        <a:lstStyle/>
        <a:p>
          <a:endParaRPr lang="en-US"/>
        </a:p>
      </dgm:t>
    </dgm:pt>
    <dgm:pt modelId="{B99767B3-244A-486A-B467-F6DDDF8F1922}" type="sibTrans" cxnId="{25D645A4-4086-48F0-B855-7C3B2E1C7C01}">
      <dgm:prSet/>
      <dgm:spPr/>
      <dgm:t>
        <a:bodyPr/>
        <a:lstStyle/>
        <a:p>
          <a:endParaRPr lang="en-US"/>
        </a:p>
      </dgm:t>
    </dgm:pt>
    <dgm:pt modelId="{FA206F9B-6FEC-40A5-84D4-9C8E672F9843}">
      <dgm:prSet/>
      <dgm:spPr/>
      <dgm:t>
        <a:bodyPr/>
        <a:lstStyle/>
        <a:p>
          <a:r>
            <a:rPr lang="en-US" b="0" i="0" baseline="0"/>
            <a:t>Main ECU’s </a:t>
          </a:r>
          <a:r>
            <a:rPr lang="en-US" b="1" i="0" baseline="0"/>
            <a:t>InitDiagnosticsTask()</a:t>
          </a:r>
          <a:r>
            <a:rPr lang="en-US" b="0" i="0" baseline="0"/>
            <a:t> processes 0x10 (StartDiagnosticSession).</a:t>
          </a:r>
          <a:endParaRPr lang="en-US"/>
        </a:p>
      </dgm:t>
    </dgm:pt>
    <dgm:pt modelId="{AF1E853C-6CFC-4360-917F-635FA3ACA10A}" type="parTrans" cxnId="{40908DD2-7635-4CE1-8CE5-B8AA29F34473}">
      <dgm:prSet/>
      <dgm:spPr/>
      <dgm:t>
        <a:bodyPr/>
        <a:lstStyle/>
        <a:p>
          <a:endParaRPr lang="en-US"/>
        </a:p>
      </dgm:t>
    </dgm:pt>
    <dgm:pt modelId="{358AC9CD-0CC2-433F-B12D-A59E8BBF0126}" type="sibTrans" cxnId="{40908DD2-7635-4CE1-8CE5-B8AA29F34473}">
      <dgm:prSet/>
      <dgm:spPr/>
      <dgm:t>
        <a:bodyPr/>
        <a:lstStyle/>
        <a:p>
          <a:endParaRPr lang="en-US"/>
        </a:p>
      </dgm:t>
    </dgm:pt>
    <dgm:pt modelId="{D643601D-A54C-48AA-942B-F4AC9C9BAE06}">
      <dgm:prSet/>
      <dgm:spPr/>
      <dgm:t>
        <a:bodyPr/>
        <a:lstStyle/>
        <a:p>
          <a:r>
            <a:rPr lang="en-US" b="1" i="0" baseline="0"/>
            <a:t>Security Access</a:t>
          </a:r>
          <a:endParaRPr lang="en-US"/>
        </a:p>
      </dgm:t>
    </dgm:pt>
    <dgm:pt modelId="{5B692679-9919-4C34-B6D8-9FDB72C2BB5F}" type="parTrans" cxnId="{B0BE330C-2292-41DB-A262-251FCF0E32B8}">
      <dgm:prSet/>
      <dgm:spPr/>
      <dgm:t>
        <a:bodyPr/>
        <a:lstStyle/>
        <a:p>
          <a:endParaRPr lang="en-US"/>
        </a:p>
      </dgm:t>
    </dgm:pt>
    <dgm:pt modelId="{8C73475C-1DE3-4433-B535-4D3B199BA0BC}" type="sibTrans" cxnId="{B0BE330C-2292-41DB-A262-251FCF0E32B8}">
      <dgm:prSet/>
      <dgm:spPr/>
      <dgm:t>
        <a:bodyPr/>
        <a:lstStyle/>
        <a:p>
          <a:endParaRPr lang="en-US"/>
        </a:p>
      </dgm:t>
    </dgm:pt>
    <dgm:pt modelId="{ED686B13-EF20-40FC-8EE8-7207CC620AE0}">
      <dgm:prSet/>
      <dgm:spPr/>
      <dgm:t>
        <a:bodyPr/>
        <a:lstStyle/>
        <a:p>
          <a:r>
            <a:rPr lang="en-US" b="0" i="0" baseline="0"/>
            <a:t>Optional challenge/response using service 0x27 for protected operations.</a:t>
          </a:r>
          <a:endParaRPr lang="en-US"/>
        </a:p>
      </dgm:t>
    </dgm:pt>
    <dgm:pt modelId="{3F43500F-331A-4FC2-B075-C06BD7F001B6}" type="parTrans" cxnId="{E507ACDF-2395-4DB6-AD3A-0F23B3BD471A}">
      <dgm:prSet/>
      <dgm:spPr/>
      <dgm:t>
        <a:bodyPr/>
        <a:lstStyle/>
        <a:p>
          <a:endParaRPr lang="en-US"/>
        </a:p>
      </dgm:t>
    </dgm:pt>
    <dgm:pt modelId="{E30BC96E-7665-4383-B433-A44576B68EB9}" type="sibTrans" cxnId="{E507ACDF-2395-4DB6-AD3A-0F23B3BD471A}">
      <dgm:prSet/>
      <dgm:spPr/>
      <dgm:t>
        <a:bodyPr/>
        <a:lstStyle/>
        <a:p>
          <a:endParaRPr lang="en-US"/>
        </a:p>
      </dgm:t>
    </dgm:pt>
    <dgm:pt modelId="{193D1753-B7BA-40CC-8F1C-83FC65ED7CA0}">
      <dgm:prSet/>
      <dgm:spPr/>
      <dgm:t>
        <a:bodyPr/>
        <a:lstStyle/>
        <a:p>
          <a:r>
            <a:rPr lang="en-US" b="1" i="0" baseline="0"/>
            <a:t>Read Data by Identifier</a:t>
          </a:r>
          <a:endParaRPr lang="en-US"/>
        </a:p>
      </dgm:t>
    </dgm:pt>
    <dgm:pt modelId="{12DFCC62-38C0-4D6E-B0C9-F8541CCFA18D}" type="parTrans" cxnId="{2B8E5969-319C-49A2-8E5E-553AF6F52C4B}">
      <dgm:prSet/>
      <dgm:spPr/>
      <dgm:t>
        <a:bodyPr/>
        <a:lstStyle/>
        <a:p>
          <a:endParaRPr lang="en-US"/>
        </a:p>
      </dgm:t>
    </dgm:pt>
    <dgm:pt modelId="{3BF23654-B62E-4D5A-942B-0EFF7AABFB01}" type="sibTrans" cxnId="{2B8E5969-319C-49A2-8E5E-553AF6F52C4B}">
      <dgm:prSet/>
      <dgm:spPr/>
      <dgm:t>
        <a:bodyPr/>
        <a:lstStyle/>
        <a:p>
          <a:endParaRPr lang="en-US"/>
        </a:p>
      </dgm:t>
    </dgm:pt>
    <dgm:pt modelId="{D25B61BC-3B8C-4B83-B518-F2BC7DF753B4}">
      <dgm:prSet/>
      <dgm:spPr/>
      <dgm:t>
        <a:bodyPr/>
        <a:lstStyle/>
        <a:p>
          <a:r>
            <a:rPr lang="en-US" b="0" i="0" baseline="0"/>
            <a:t>Service 0x22 to retrieve sensor values, firmware version, and status flags.</a:t>
          </a:r>
          <a:endParaRPr lang="en-US"/>
        </a:p>
      </dgm:t>
    </dgm:pt>
    <dgm:pt modelId="{2248EB69-3F51-440F-BD54-705A2C0B7E44}" type="parTrans" cxnId="{1AAFA84F-F94D-4C66-992A-D40B46008543}">
      <dgm:prSet/>
      <dgm:spPr/>
      <dgm:t>
        <a:bodyPr/>
        <a:lstStyle/>
        <a:p>
          <a:endParaRPr lang="en-US"/>
        </a:p>
      </dgm:t>
    </dgm:pt>
    <dgm:pt modelId="{52B7D4DA-E837-46AA-8C51-911C206D2371}" type="sibTrans" cxnId="{1AAFA84F-F94D-4C66-992A-D40B46008543}">
      <dgm:prSet/>
      <dgm:spPr/>
      <dgm:t>
        <a:bodyPr/>
        <a:lstStyle/>
        <a:p>
          <a:endParaRPr lang="en-US"/>
        </a:p>
      </dgm:t>
    </dgm:pt>
    <dgm:pt modelId="{0A664993-E88E-42F5-AA8C-34E8B3A65B7A}">
      <dgm:prSet/>
      <dgm:spPr/>
      <dgm:t>
        <a:bodyPr/>
        <a:lstStyle/>
        <a:p>
          <a:r>
            <a:rPr lang="en-US" b="1" i="0" baseline="0"/>
            <a:t>Read/Clear DTC</a:t>
          </a:r>
          <a:endParaRPr lang="en-US"/>
        </a:p>
      </dgm:t>
    </dgm:pt>
    <dgm:pt modelId="{C1CD46CA-087C-4CAC-BD28-15554AB055D4}" type="parTrans" cxnId="{DDEFE23D-0BD0-4C66-AE79-EC6EDD2026BA}">
      <dgm:prSet/>
      <dgm:spPr/>
      <dgm:t>
        <a:bodyPr/>
        <a:lstStyle/>
        <a:p>
          <a:endParaRPr lang="en-US"/>
        </a:p>
      </dgm:t>
    </dgm:pt>
    <dgm:pt modelId="{0CB8701C-ADC7-49F5-B72C-F60845DFA26F}" type="sibTrans" cxnId="{DDEFE23D-0BD0-4C66-AE79-EC6EDD2026BA}">
      <dgm:prSet/>
      <dgm:spPr/>
      <dgm:t>
        <a:bodyPr/>
        <a:lstStyle/>
        <a:p>
          <a:endParaRPr lang="en-US"/>
        </a:p>
      </dgm:t>
    </dgm:pt>
    <dgm:pt modelId="{A9430DD0-F515-47D9-85A2-4E1AA0826D40}">
      <dgm:prSet/>
      <dgm:spPr/>
      <dgm:t>
        <a:bodyPr/>
        <a:lstStyle/>
        <a:p>
          <a:r>
            <a:rPr lang="en-US" b="0" i="0" baseline="0"/>
            <a:t>0x19 (ReadDTC) to list active fault codes stored in the 1 KB DTC region.</a:t>
          </a:r>
          <a:endParaRPr lang="en-US"/>
        </a:p>
      </dgm:t>
    </dgm:pt>
    <dgm:pt modelId="{B6441B2D-4045-4B86-8A2F-17120996EBD1}" type="parTrans" cxnId="{A4A160C8-569B-4C62-AA3A-A006FB72E1E8}">
      <dgm:prSet/>
      <dgm:spPr/>
      <dgm:t>
        <a:bodyPr/>
        <a:lstStyle/>
        <a:p>
          <a:endParaRPr lang="en-US"/>
        </a:p>
      </dgm:t>
    </dgm:pt>
    <dgm:pt modelId="{CF2E14B8-880A-4F23-823B-F2C04A511492}" type="sibTrans" cxnId="{A4A160C8-569B-4C62-AA3A-A006FB72E1E8}">
      <dgm:prSet/>
      <dgm:spPr/>
      <dgm:t>
        <a:bodyPr/>
        <a:lstStyle/>
        <a:p>
          <a:endParaRPr lang="en-US"/>
        </a:p>
      </dgm:t>
    </dgm:pt>
    <dgm:pt modelId="{F89D0652-3E4B-47A8-AF9F-0F2E9018BE68}">
      <dgm:prSet/>
      <dgm:spPr/>
      <dgm:t>
        <a:bodyPr/>
        <a:lstStyle/>
        <a:p>
          <a:r>
            <a:rPr lang="en-US" b="0" i="0" baseline="0"/>
            <a:t>0x14 (ClearDTC) to erase codes after repair or reset.</a:t>
          </a:r>
          <a:endParaRPr lang="en-US"/>
        </a:p>
      </dgm:t>
    </dgm:pt>
    <dgm:pt modelId="{C0C1C0A8-0C61-470F-8D59-75D9354F0498}" type="parTrans" cxnId="{95261876-C3B0-404E-9BEF-BDD8991463AD}">
      <dgm:prSet/>
      <dgm:spPr/>
      <dgm:t>
        <a:bodyPr/>
        <a:lstStyle/>
        <a:p>
          <a:endParaRPr lang="en-US"/>
        </a:p>
      </dgm:t>
    </dgm:pt>
    <dgm:pt modelId="{C04F5059-9418-41F1-8D05-F8FB54629A6D}" type="sibTrans" cxnId="{95261876-C3B0-404E-9BEF-BDD8991463AD}">
      <dgm:prSet/>
      <dgm:spPr/>
      <dgm:t>
        <a:bodyPr/>
        <a:lstStyle/>
        <a:p>
          <a:endParaRPr lang="en-US"/>
        </a:p>
      </dgm:t>
    </dgm:pt>
    <dgm:pt modelId="{81B012BF-431C-4E0C-9E5F-70E146D8C6D9}">
      <dgm:prSet/>
      <dgm:spPr/>
      <dgm:t>
        <a:bodyPr/>
        <a:lstStyle/>
        <a:p>
          <a:r>
            <a:rPr lang="en-US" b="1" i="0" baseline="0"/>
            <a:t>Response Handling</a:t>
          </a:r>
          <a:endParaRPr lang="en-US"/>
        </a:p>
      </dgm:t>
    </dgm:pt>
    <dgm:pt modelId="{546D1527-6037-4924-8FDC-928CB1208672}" type="parTrans" cxnId="{4BEC0E90-D28C-4A7B-8F36-896EBFC9D3C1}">
      <dgm:prSet/>
      <dgm:spPr/>
      <dgm:t>
        <a:bodyPr/>
        <a:lstStyle/>
        <a:p>
          <a:endParaRPr lang="en-US"/>
        </a:p>
      </dgm:t>
    </dgm:pt>
    <dgm:pt modelId="{8A7124ED-6D87-483A-9FA0-A5A5CA997931}" type="sibTrans" cxnId="{4BEC0E90-D28C-4A7B-8F36-896EBFC9D3C1}">
      <dgm:prSet/>
      <dgm:spPr/>
      <dgm:t>
        <a:bodyPr/>
        <a:lstStyle/>
        <a:p>
          <a:endParaRPr lang="en-US"/>
        </a:p>
      </dgm:t>
    </dgm:pt>
    <dgm:pt modelId="{CF088EA7-3FFA-4BDB-9124-7B2ADAA991E4}">
      <dgm:prSet/>
      <dgm:spPr/>
      <dgm:t>
        <a:bodyPr/>
        <a:lstStyle/>
        <a:p>
          <a:r>
            <a:rPr lang="en-US" b="0" i="0" baseline="0" dirty="0"/>
            <a:t>Main ECU replies on CAN ID 0x7E8 with positive (0x50+SvcID) or negative responses.</a:t>
          </a:r>
          <a:endParaRPr lang="en-US" dirty="0"/>
        </a:p>
      </dgm:t>
    </dgm:pt>
    <dgm:pt modelId="{99F52EDC-7185-45E5-B8AA-09B146224D1F}" type="parTrans" cxnId="{8F31A387-30FD-41A4-8ACE-27F6C7A4B78D}">
      <dgm:prSet/>
      <dgm:spPr/>
      <dgm:t>
        <a:bodyPr/>
        <a:lstStyle/>
        <a:p>
          <a:endParaRPr lang="en-US"/>
        </a:p>
      </dgm:t>
    </dgm:pt>
    <dgm:pt modelId="{48B650CF-DEC0-4BF8-BB05-951D54C4B40C}" type="sibTrans" cxnId="{8F31A387-30FD-41A4-8ACE-27F6C7A4B78D}">
      <dgm:prSet/>
      <dgm:spPr/>
      <dgm:t>
        <a:bodyPr/>
        <a:lstStyle/>
        <a:p>
          <a:endParaRPr lang="en-US"/>
        </a:p>
      </dgm:t>
    </dgm:pt>
    <dgm:pt modelId="{B952C0C0-23A7-4793-9D7C-43E19A7CC2C9}" type="pres">
      <dgm:prSet presAssocID="{751601C2-DC3E-4E7E-AEDF-88DD3EB45BF9}" presName="Name0" presStyleCnt="0">
        <dgm:presLayoutVars>
          <dgm:dir/>
          <dgm:animLvl val="lvl"/>
          <dgm:resizeHandles val="exact"/>
        </dgm:presLayoutVars>
      </dgm:prSet>
      <dgm:spPr/>
    </dgm:pt>
    <dgm:pt modelId="{BD78063C-A704-4920-9827-432BD93DAE9C}" type="pres">
      <dgm:prSet presAssocID="{D6358378-E4A2-4D9D-BEFE-5B1FF110A7F9}" presName="linNode" presStyleCnt="0"/>
      <dgm:spPr/>
    </dgm:pt>
    <dgm:pt modelId="{186D5CA5-43AC-42B3-B2F4-4E7B10B0471E}" type="pres">
      <dgm:prSet presAssocID="{D6358378-E4A2-4D9D-BEFE-5B1FF110A7F9}" presName="parentText" presStyleLbl="node1" presStyleIdx="0" presStyleCnt="6">
        <dgm:presLayoutVars>
          <dgm:chMax val="1"/>
          <dgm:bulletEnabled val="1"/>
        </dgm:presLayoutVars>
      </dgm:prSet>
      <dgm:spPr/>
    </dgm:pt>
    <dgm:pt modelId="{AC043DEE-05BF-425D-8BE1-9660BA0040DB}" type="pres">
      <dgm:prSet presAssocID="{D6358378-E4A2-4D9D-BEFE-5B1FF110A7F9}" presName="descendantText" presStyleLbl="alignAccFollowNode1" presStyleIdx="0" presStyleCnt="6">
        <dgm:presLayoutVars>
          <dgm:bulletEnabled val="1"/>
        </dgm:presLayoutVars>
      </dgm:prSet>
      <dgm:spPr/>
    </dgm:pt>
    <dgm:pt modelId="{F2DE78B8-F6A6-436A-9D06-1C227F919A52}" type="pres">
      <dgm:prSet presAssocID="{840E2060-896F-480F-97A0-FB479F12ECFA}" presName="sp" presStyleCnt="0"/>
      <dgm:spPr/>
    </dgm:pt>
    <dgm:pt modelId="{529AB16E-0136-479C-AC01-CC7B79291DCA}" type="pres">
      <dgm:prSet presAssocID="{B5DB388D-5DF4-4412-9839-E40CD50E59BB}" presName="linNode" presStyleCnt="0"/>
      <dgm:spPr/>
    </dgm:pt>
    <dgm:pt modelId="{B08F90E7-B9C1-4532-8221-9A0F0EC47CDA}" type="pres">
      <dgm:prSet presAssocID="{B5DB388D-5DF4-4412-9839-E40CD50E59BB}" presName="parentText" presStyleLbl="node1" presStyleIdx="1" presStyleCnt="6">
        <dgm:presLayoutVars>
          <dgm:chMax val="1"/>
          <dgm:bulletEnabled val="1"/>
        </dgm:presLayoutVars>
      </dgm:prSet>
      <dgm:spPr/>
    </dgm:pt>
    <dgm:pt modelId="{C0211DB4-B741-49DE-A506-1D5520F48A87}" type="pres">
      <dgm:prSet presAssocID="{B5DB388D-5DF4-4412-9839-E40CD50E59BB}" presName="descendantText" presStyleLbl="alignAccFollowNode1" presStyleIdx="1" presStyleCnt="6">
        <dgm:presLayoutVars>
          <dgm:bulletEnabled val="1"/>
        </dgm:presLayoutVars>
      </dgm:prSet>
      <dgm:spPr/>
    </dgm:pt>
    <dgm:pt modelId="{DC457D3C-3C4E-4E25-9517-6CF9DBB152F6}" type="pres">
      <dgm:prSet presAssocID="{B99767B3-244A-486A-B467-F6DDDF8F1922}" presName="sp" presStyleCnt="0"/>
      <dgm:spPr/>
    </dgm:pt>
    <dgm:pt modelId="{FED50EEE-32CC-4072-B826-A7D13D9A30E2}" type="pres">
      <dgm:prSet presAssocID="{D643601D-A54C-48AA-942B-F4AC9C9BAE06}" presName="linNode" presStyleCnt="0"/>
      <dgm:spPr/>
    </dgm:pt>
    <dgm:pt modelId="{50C4A9BF-EB74-4256-861F-2D45F5183AC0}" type="pres">
      <dgm:prSet presAssocID="{D643601D-A54C-48AA-942B-F4AC9C9BAE06}" presName="parentText" presStyleLbl="node1" presStyleIdx="2" presStyleCnt="6">
        <dgm:presLayoutVars>
          <dgm:chMax val="1"/>
          <dgm:bulletEnabled val="1"/>
        </dgm:presLayoutVars>
      </dgm:prSet>
      <dgm:spPr/>
    </dgm:pt>
    <dgm:pt modelId="{A9440525-4C3B-4268-A271-6237C4F90F3D}" type="pres">
      <dgm:prSet presAssocID="{D643601D-A54C-48AA-942B-F4AC9C9BAE06}" presName="descendantText" presStyleLbl="alignAccFollowNode1" presStyleIdx="2" presStyleCnt="6">
        <dgm:presLayoutVars>
          <dgm:bulletEnabled val="1"/>
        </dgm:presLayoutVars>
      </dgm:prSet>
      <dgm:spPr/>
    </dgm:pt>
    <dgm:pt modelId="{B92671F4-F914-4C16-B017-C01B9D9EFA1F}" type="pres">
      <dgm:prSet presAssocID="{8C73475C-1DE3-4433-B535-4D3B199BA0BC}" presName="sp" presStyleCnt="0"/>
      <dgm:spPr/>
    </dgm:pt>
    <dgm:pt modelId="{8B37FA05-A509-40DA-BA10-222F8F3FA642}" type="pres">
      <dgm:prSet presAssocID="{193D1753-B7BA-40CC-8F1C-83FC65ED7CA0}" presName="linNode" presStyleCnt="0"/>
      <dgm:spPr/>
    </dgm:pt>
    <dgm:pt modelId="{5ED30295-9FF9-4ECC-8A07-44A627D80854}" type="pres">
      <dgm:prSet presAssocID="{193D1753-B7BA-40CC-8F1C-83FC65ED7CA0}" presName="parentText" presStyleLbl="node1" presStyleIdx="3" presStyleCnt="6">
        <dgm:presLayoutVars>
          <dgm:chMax val="1"/>
          <dgm:bulletEnabled val="1"/>
        </dgm:presLayoutVars>
      </dgm:prSet>
      <dgm:spPr/>
    </dgm:pt>
    <dgm:pt modelId="{851B85DD-4E8A-4CF8-8A9B-C82B16232FF2}" type="pres">
      <dgm:prSet presAssocID="{193D1753-B7BA-40CC-8F1C-83FC65ED7CA0}" presName="descendantText" presStyleLbl="alignAccFollowNode1" presStyleIdx="3" presStyleCnt="6">
        <dgm:presLayoutVars>
          <dgm:bulletEnabled val="1"/>
        </dgm:presLayoutVars>
      </dgm:prSet>
      <dgm:spPr/>
    </dgm:pt>
    <dgm:pt modelId="{14D8DE69-28B9-45DD-8558-4351CA71EBF5}" type="pres">
      <dgm:prSet presAssocID="{3BF23654-B62E-4D5A-942B-0EFF7AABFB01}" presName="sp" presStyleCnt="0"/>
      <dgm:spPr/>
    </dgm:pt>
    <dgm:pt modelId="{D5DF088B-7DD9-40C5-A60C-3D682C5275CE}" type="pres">
      <dgm:prSet presAssocID="{0A664993-E88E-42F5-AA8C-34E8B3A65B7A}" presName="linNode" presStyleCnt="0"/>
      <dgm:spPr/>
    </dgm:pt>
    <dgm:pt modelId="{0DEB1F61-EB08-4F9B-A2DD-6DA46A81078C}" type="pres">
      <dgm:prSet presAssocID="{0A664993-E88E-42F5-AA8C-34E8B3A65B7A}" presName="parentText" presStyleLbl="node1" presStyleIdx="4" presStyleCnt="6">
        <dgm:presLayoutVars>
          <dgm:chMax val="1"/>
          <dgm:bulletEnabled val="1"/>
        </dgm:presLayoutVars>
      </dgm:prSet>
      <dgm:spPr/>
    </dgm:pt>
    <dgm:pt modelId="{F155EA08-12DE-40A0-866C-B27BD6B76AB5}" type="pres">
      <dgm:prSet presAssocID="{0A664993-E88E-42F5-AA8C-34E8B3A65B7A}" presName="descendantText" presStyleLbl="alignAccFollowNode1" presStyleIdx="4" presStyleCnt="6">
        <dgm:presLayoutVars>
          <dgm:bulletEnabled val="1"/>
        </dgm:presLayoutVars>
      </dgm:prSet>
      <dgm:spPr/>
    </dgm:pt>
    <dgm:pt modelId="{321CE23F-28CD-4E33-8D89-F6E729A6AC4F}" type="pres">
      <dgm:prSet presAssocID="{0CB8701C-ADC7-49F5-B72C-F60845DFA26F}" presName="sp" presStyleCnt="0"/>
      <dgm:spPr/>
    </dgm:pt>
    <dgm:pt modelId="{FF143A4E-C99E-4F8F-ADFC-2B5B6029DEEB}" type="pres">
      <dgm:prSet presAssocID="{81B012BF-431C-4E0C-9E5F-70E146D8C6D9}" presName="linNode" presStyleCnt="0"/>
      <dgm:spPr/>
    </dgm:pt>
    <dgm:pt modelId="{77D010C3-9079-4428-9567-3DEDC2B01DF6}" type="pres">
      <dgm:prSet presAssocID="{81B012BF-431C-4E0C-9E5F-70E146D8C6D9}" presName="parentText" presStyleLbl="node1" presStyleIdx="5" presStyleCnt="6">
        <dgm:presLayoutVars>
          <dgm:chMax val="1"/>
          <dgm:bulletEnabled val="1"/>
        </dgm:presLayoutVars>
      </dgm:prSet>
      <dgm:spPr/>
    </dgm:pt>
    <dgm:pt modelId="{A162879E-810C-453D-8835-501665BD86DD}" type="pres">
      <dgm:prSet presAssocID="{81B012BF-431C-4E0C-9E5F-70E146D8C6D9}" presName="descendantText" presStyleLbl="alignAccFollowNode1" presStyleIdx="5" presStyleCnt="6">
        <dgm:presLayoutVars>
          <dgm:bulletEnabled val="1"/>
        </dgm:presLayoutVars>
      </dgm:prSet>
      <dgm:spPr/>
    </dgm:pt>
  </dgm:ptLst>
  <dgm:cxnLst>
    <dgm:cxn modelId="{2F6A3306-047B-45B8-A0F2-3AD6E4D8FB90}" type="presOf" srcId="{B5DB388D-5DF4-4412-9839-E40CD50E59BB}" destId="{B08F90E7-B9C1-4532-8221-9A0F0EC47CDA}" srcOrd="0" destOrd="0" presId="urn:microsoft.com/office/officeart/2005/8/layout/vList5"/>
    <dgm:cxn modelId="{B0BE330C-2292-41DB-A262-251FCF0E32B8}" srcId="{751601C2-DC3E-4E7E-AEDF-88DD3EB45BF9}" destId="{D643601D-A54C-48AA-942B-F4AC9C9BAE06}" srcOrd="2" destOrd="0" parTransId="{5B692679-9919-4C34-B6D8-9FDB72C2BB5F}" sibTransId="{8C73475C-1DE3-4433-B535-4D3B199BA0BC}"/>
    <dgm:cxn modelId="{201BBE11-0FC7-4D85-902C-FD949B66E819}" type="presOf" srcId="{FA206F9B-6FEC-40A5-84D4-9C8E672F9843}" destId="{C0211DB4-B741-49DE-A506-1D5520F48A87}" srcOrd="0" destOrd="0" presId="urn:microsoft.com/office/officeart/2005/8/layout/vList5"/>
    <dgm:cxn modelId="{493CF91F-AA01-4B29-A18A-9CF885235AEF}" type="presOf" srcId="{751601C2-DC3E-4E7E-AEDF-88DD3EB45BF9}" destId="{B952C0C0-23A7-4793-9D7C-43E19A7CC2C9}" srcOrd="0" destOrd="0" presId="urn:microsoft.com/office/officeart/2005/8/layout/vList5"/>
    <dgm:cxn modelId="{029BF228-0AA5-4B2D-AD6E-A3E3D862F6B6}" type="presOf" srcId="{0A664993-E88E-42F5-AA8C-34E8B3A65B7A}" destId="{0DEB1F61-EB08-4F9B-A2DD-6DA46A81078C}" srcOrd="0" destOrd="0" presId="urn:microsoft.com/office/officeart/2005/8/layout/vList5"/>
    <dgm:cxn modelId="{DDEFE23D-0BD0-4C66-AE79-EC6EDD2026BA}" srcId="{751601C2-DC3E-4E7E-AEDF-88DD3EB45BF9}" destId="{0A664993-E88E-42F5-AA8C-34E8B3A65B7A}" srcOrd="4" destOrd="0" parTransId="{C1CD46CA-087C-4CAC-BD28-15554AB055D4}" sibTransId="{0CB8701C-ADC7-49F5-B72C-F60845DFA26F}"/>
    <dgm:cxn modelId="{0DE58864-3174-4889-863F-A00C98719A77}" type="presOf" srcId="{D6358378-E4A2-4D9D-BEFE-5B1FF110A7F9}" destId="{186D5CA5-43AC-42B3-B2F4-4E7B10B0471E}" srcOrd="0" destOrd="0" presId="urn:microsoft.com/office/officeart/2005/8/layout/vList5"/>
    <dgm:cxn modelId="{305BA745-5A70-4981-9DFA-EB392FE96E60}" type="presOf" srcId="{55602B73-8A57-43F0-A2E9-28211915C3E4}" destId="{AC043DEE-05BF-425D-8BE1-9660BA0040DB}" srcOrd="0" destOrd="0" presId="urn:microsoft.com/office/officeart/2005/8/layout/vList5"/>
    <dgm:cxn modelId="{2B8E5969-319C-49A2-8E5E-553AF6F52C4B}" srcId="{751601C2-DC3E-4E7E-AEDF-88DD3EB45BF9}" destId="{193D1753-B7BA-40CC-8F1C-83FC65ED7CA0}" srcOrd="3" destOrd="0" parTransId="{12DFCC62-38C0-4D6E-B0C9-F8541CCFA18D}" sibTransId="{3BF23654-B62E-4D5A-942B-0EFF7AABFB01}"/>
    <dgm:cxn modelId="{1AAFA84F-F94D-4C66-992A-D40B46008543}" srcId="{193D1753-B7BA-40CC-8F1C-83FC65ED7CA0}" destId="{D25B61BC-3B8C-4B83-B518-F2BC7DF753B4}" srcOrd="0" destOrd="0" parTransId="{2248EB69-3F51-440F-BD54-705A2C0B7E44}" sibTransId="{52B7D4DA-E837-46AA-8C51-911C206D2371}"/>
    <dgm:cxn modelId="{C4E03B55-B40F-407C-807E-544FE1BCCED9}" srcId="{751601C2-DC3E-4E7E-AEDF-88DD3EB45BF9}" destId="{D6358378-E4A2-4D9D-BEFE-5B1FF110A7F9}" srcOrd="0" destOrd="0" parTransId="{5AA8F5DB-9E8D-49BA-8418-1A4F215AE137}" sibTransId="{840E2060-896F-480F-97A0-FB479F12ECFA}"/>
    <dgm:cxn modelId="{95261876-C3B0-404E-9BEF-BDD8991463AD}" srcId="{0A664993-E88E-42F5-AA8C-34E8B3A65B7A}" destId="{F89D0652-3E4B-47A8-AF9F-0F2E9018BE68}" srcOrd="1" destOrd="0" parTransId="{C0C1C0A8-0C61-470F-8D59-75D9354F0498}" sibTransId="{C04F5059-9418-41F1-8D05-F8FB54629A6D}"/>
    <dgm:cxn modelId="{32B38477-C0EB-4A17-91C9-FA6621D4D2A1}" type="presOf" srcId="{D25B61BC-3B8C-4B83-B518-F2BC7DF753B4}" destId="{851B85DD-4E8A-4CF8-8A9B-C82B16232FF2}" srcOrd="0" destOrd="0" presId="urn:microsoft.com/office/officeart/2005/8/layout/vList5"/>
    <dgm:cxn modelId="{8F31A387-30FD-41A4-8ACE-27F6C7A4B78D}" srcId="{81B012BF-431C-4E0C-9E5F-70E146D8C6D9}" destId="{CF088EA7-3FFA-4BDB-9124-7B2ADAA991E4}" srcOrd="0" destOrd="0" parTransId="{99F52EDC-7185-45E5-B8AA-09B146224D1F}" sibTransId="{48B650CF-DEC0-4BF8-BB05-951D54C4B40C}"/>
    <dgm:cxn modelId="{0E3F8F8B-775B-40CC-B848-E20B8FF4585A}" type="presOf" srcId="{D643601D-A54C-48AA-942B-F4AC9C9BAE06}" destId="{50C4A9BF-EB74-4256-861F-2D45F5183AC0}" srcOrd="0" destOrd="0" presId="urn:microsoft.com/office/officeart/2005/8/layout/vList5"/>
    <dgm:cxn modelId="{4BEC0E90-D28C-4A7B-8F36-896EBFC9D3C1}" srcId="{751601C2-DC3E-4E7E-AEDF-88DD3EB45BF9}" destId="{81B012BF-431C-4E0C-9E5F-70E146D8C6D9}" srcOrd="5" destOrd="0" parTransId="{546D1527-6037-4924-8FDC-928CB1208672}" sibTransId="{8A7124ED-6D87-483A-9FA0-A5A5CA997931}"/>
    <dgm:cxn modelId="{17AFC994-C826-42D6-8162-E5384ACBE8DB}" type="presOf" srcId="{ED686B13-EF20-40FC-8EE8-7207CC620AE0}" destId="{A9440525-4C3B-4268-A271-6237C4F90F3D}" srcOrd="0" destOrd="0" presId="urn:microsoft.com/office/officeart/2005/8/layout/vList5"/>
    <dgm:cxn modelId="{E823D3A0-A284-45A1-ABE3-E29B245335EB}" type="presOf" srcId="{CF088EA7-3FFA-4BDB-9124-7B2ADAA991E4}" destId="{A162879E-810C-453D-8835-501665BD86DD}" srcOrd="0" destOrd="0" presId="urn:microsoft.com/office/officeart/2005/8/layout/vList5"/>
    <dgm:cxn modelId="{25D645A4-4086-48F0-B855-7C3B2E1C7C01}" srcId="{751601C2-DC3E-4E7E-AEDF-88DD3EB45BF9}" destId="{B5DB388D-5DF4-4412-9839-E40CD50E59BB}" srcOrd="1" destOrd="0" parTransId="{7E8B8E80-F3B9-4109-9EB6-27DAB7607DDB}" sibTransId="{B99767B3-244A-486A-B467-F6DDDF8F1922}"/>
    <dgm:cxn modelId="{242679AF-C90D-4ED8-9926-BCACC5815041}" type="presOf" srcId="{A9430DD0-F515-47D9-85A2-4E1AA0826D40}" destId="{F155EA08-12DE-40A0-866C-B27BD6B76AB5}" srcOrd="0" destOrd="0" presId="urn:microsoft.com/office/officeart/2005/8/layout/vList5"/>
    <dgm:cxn modelId="{993CEAC3-AE9E-430D-8203-169182F8FBF3}" srcId="{D6358378-E4A2-4D9D-BEFE-5B1FF110A7F9}" destId="{55602B73-8A57-43F0-A2E9-28211915C3E4}" srcOrd="0" destOrd="0" parTransId="{25698F96-442D-436A-A149-D13549D3F9DB}" sibTransId="{C91F76EC-AA88-4BAE-B004-8BFA9534F3ED}"/>
    <dgm:cxn modelId="{A4A160C8-569B-4C62-AA3A-A006FB72E1E8}" srcId="{0A664993-E88E-42F5-AA8C-34E8B3A65B7A}" destId="{A9430DD0-F515-47D9-85A2-4E1AA0826D40}" srcOrd="0" destOrd="0" parTransId="{B6441B2D-4045-4B86-8A2F-17120996EBD1}" sibTransId="{CF2E14B8-880A-4F23-823B-F2C04A511492}"/>
    <dgm:cxn modelId="{28445AD0-20CE-4AC5-BDCB-3635F7C2DE15}" type="presOf" srcId="{F89D0652-3E4B-47A8-AF9F-0F2E9018BE68}" destId="{F155EA08-12DE-40A0-866C-B27BD6B76AB5}" srcOrd="0" destOrd="1" presId="urn:microsoft.com/office/officeart/2005/8/layout/vList5"/>
    <dgm:cxn modelId="{40908DD2-7635-4CE1-8CE5-B8AA29F34473}" srcId="{B5DB388D-5DF4-4412-9839-E40CD50E59BB}" destId="{FA206F9B-6FEC-40A5-84D4-9C8E672F9843}" srcOrd="0" destOrd="0" parTransId="{AF1E853C-6CFC-4360-917F-635FA3ACA10A}" sibTransId="{358AC9CD-0CC2-433F-B12D-A59E8BBF0126}"/>
    <dgm:cxn modelId="{E507ACDF-2395-4DB6-AD3A-0F23B3BD471A}" srcId="{D643601D-A54C-48AA-942B-F4AC9C9BAE06}" destId="{ED686B13-EF20-40FC-8EE8-7207CC620AE0}" srcOrd="0" destOrd="0" parTransId="{3F43500F-331A-4FC2-B075-C06BD7F001B6}" sibTransId="{E30BC96E-7665-4383-B433-A44576B68EB9}"/>
    <dgm:cxn modelId="{2D609FF7-D880-4310-AE61-7731229E3C5D}" type="presOf" srcId="{81B012BF-431C-4E0C-9E5F-70E146D8C6D9}" destId="{77D010C3-9079-4428-9567-3DEDC2B01DF6}" srcOrd="0" destOrd="0" presId="urn:microsoft.com/office/officeart/2005/8/layout/vList5"/>
    <dgm:cxn modelId="{67FBB3F8-E63C-4380-8080-AEF2F0D7D48E}" type="presOf" srcId="{193D1753-B7BA-40CC-8F1C-83FC65ED7CA0}" destId="{5ED30295-9FF9-4ECC-8A07-44A627D80854}" srcOrd="0" destOrd="0" presId="urn:microsoft.com/office/officeart/2005/8/layout/vList5"/>
    <dgm:cxn modelId="{79DD1083-0819-48B1-A66C-4F0013E02A5F}" type="presParOf" srcId="{B952C0C0-23A7-4793-9D7C-43E19A7CC2C9}" destId="{BD78063C-A704-4920-9827-432BD93DAE9C}" srcOrd="0" destOrd="0" presId="urn:microsoft.com/office/officeart/2005/8/layout/vList5"/>
    <dgm:cxn modelId="{CFCAB035-2B40-40E6-BBBE-2F9DDDE4EB17}" type="presParOf" srcId="{BD78063C-A704-4920-9827-432BD93DAE9C}" destId="{186D5CA5-43AC-42B3-B2F4-4E7B10B0471E}" srcOrd="0" destOrd="0" presId="urn:microsoft.com/office/officeart/2005/8/layout/vList5"/>
    <dgm:cxn modelId="{398175C1-1913-4D66-B34E-EEE997633CE7}" type="presParOf" srcId="{BD78063C-A704-4920-9827-432BD93DAE9C}" destId="{AC043DEE-05BF-425D-8BE1-9660BA0040DB}" srcOrd="1" destOrd="0" presId="urn:microsoft.com/office/officeart/2005/8/layout/vList5"/>
    <dgm:cxn modelId="{DD9598BB-DD95-415B-9989-D4DB07269470}" type="presParOf" srcId="{B952C0C0-23A7-4793-9D7C-43E19A7CC2C9}" destId="{F2DE78B8-F6A6-436A-9D06-1C227F919A52}" srcOrd="1" destOrd="0" presId="urn:microsoft.com/office/officeart/2005/8/layout/vList5"/>
    <dgm:cxn modelId="{73E3BD9C-D065-4031-992B-1AB17E671767}" type="presParOf" srcId="{B952C0C0-23A7-4793-9D7C-43E19A7CC2C9}" destId="{529AB16E-0136-479C-AC01-CC7B79291DCA}" srcOrd="2" destOrd="0" presId="urn:microsoft.com/office/officeart/2005/8/layout/vList5"/>
    <dgm:cxn modelId="{E2877A09-0A81-4845-B8E1-A2B8BB8A4730}" type="presParOf" srcId="{529AB16E-0136-479C-AC01-CC7B79291DCA}" destId="{B08F90E7-B9C1-4532-8221-9A0F0EC47CDA}" srcOrd="0" destOrd="0" presId="urn:microsoft.com/office/officeart/2005/8/layout/vList5"/>
    <dgm:cxn modelId="{60B17CDF-A291-4E30-9DE4-F1A8324E8B9A}" type="presParOf" srcId="{529AB16E-0136-479C-AC01-CC7B79291DCA}" destId="{C0211DB4-B741-49DE-A506-1D5520F48A87}" srcOrd="1" destOrd="0" presId="urn:microsoft.com/office/officeart/2005/8/layout/vList5"/>
    <dgm:cxn modelId="{20A8F679-1536-408C-AF7A-4BE0A07D3C27}" type="presParOf" srcId="{B952C0C0-23A7-4793-9D7C-43E19A7CC2C9}" destId="{DC457D3C-3C4E-4E25-9517-6CF9DBB152F6}" srcOrd="3" destOrd="0" presId="urn:microsoft.com/office/officeart/2005/8/layout/vList5"/>
    <dgm:cxn modelId="{07BFC81A-C722-4D20-B5AD-4B1B8544198B}" type="presParOf" srcId="{B952C0C0-23A7-4793-9D7C-43E19A7CC2C9}" destId="{FED50EEE-32CC-4072-B826-A7D13D9A30E2}" srcOrd="4" destOrd="0" presId="urn:microsoft.com/office/officeart/2005/8/layout/vList5"/>
    <dgm:cxn modelId="{E1657A8F-F1A0-4C9C-98AA-E86A6BDE39BD}" type="presParOf" srcId="{FED50EEE-32CC-4072-B826-A7D13D9A30E2}" destId="{50C4A9BF-EB74-4256-861F-2D45F5183AC0}" srcOrd="0" destOrd="0" presId="urn:microsoft.com/office/officeart/2005/8/layout/vList5"/>
    <dgm:cxn modelId="{DB36EBC9-1EF8-4CD6-B1B0-CCB515C55CAB}" type="presParOf" srcId="{FED50EEE-32CC-4072-B826-A7D13D9A30E2}" destId="{A9440525-4C3B-4268-A271-6237C4F90F3D}" srcOrd="1" destOrd="0" presId="urn:microsoft.com/office/officeart/2005/8/layout/vList5"/>
    <dgm:cxn modelId="{C7CC9912-BE1F-48D2-A87E-E0EE2CA6026A}" type="presParOf" srcId="{B952C0C0-23A7-4793-9D7C-43E19A7CC2C9}" destId="{B92671F4-F914-4C16-B017-C01B9D9EFA1F}" srcOrd="5" destOrd="0" presId="urn:microsoft.com/office/officeart/2005/8/layout/vList5"/>
    <dgm:cxn modelId="{74B4A23F-0BD0-4B34-884E-C15A67D54ECB}" type="presParOf" srcId="{B952C0C0-23A7-4793-9D7C-43E19A7CC2C9}" destId="{8B37FA05-A509-40DA-BA10-222F8F3FA642}" srcOrd="6" destOrd="0" presId="urn:microsoft.com/office/officeart/2005/8/layout/vList5"/>
    <dgm:cxn modelId="{711E208D-F8D4-4E9C-920A-F77DEC334D5D}" type="presParOf" srcId="{8B37FA05-A509-40DA-BA10-222F8F3FA642}" destId="{5ED30295-9FF9-4ECC-8A07-44A627D80854}" srcOrd="0" destOrd="0" presId="urn:microsoft.com/office/officeart/2005/8/layout/vList5"/>
    <dgm:cxn modelId="{CDC9DF1C-7AA9-4252-969F-42214E562537}" type="presParOf" srcId="{8B37FA05-A509-40DA-BA10-222F8F3FA642}" destId="{851B85DD-4E8A-4CF8-8A9B-C82B16232FF2}" srcOrd="1" destOrd="0" presId="urn:microsoft.com/office/officeart/2005/8/layout/vList5"/>
    <dgm:cxn modelId="{DF307967-1CF3-4D24-9B3A-A88A7D2AA014}" type="presParOf" srcId="{B952C0C0-23A7-4793-9D7C-43E19A7CC2C9}" destId="{14D8DE69-28B9-45DD-8558-4351CA71EBF5}" srcOrd="7" destOrd="0" presId="urn:microsoft.com/office/officeart/2005/8/layout/vList5"/>
    <dgm:cxn modelId="{FD342DAE-AAAB-4B48-8A15-AD99E1F40E45}" type="presParOf" srcId="{B952C0C0-23A7-4793-9D7C-43E19A7CC2C9}" destId="{D5DF088B-7DD9-40C5-A60C-3D682C5275CE}" srcOrd="8" destOrd="0" presId="urn:microsoft.com/office/officeart/2005/8/layout/vList5"/>
    <dgm:cxn modelId="{FF66DFBF-D348-4601-A6B6-8B9009392840}" type="presParOf" srcId="{D5DF088B-7DD9-40C5-A60C-3D682C5275CE}" destId="{0DEB1F61-EB08-4F9B-A2DD-6DA46A81078C}" srcOrd="0" destOrd="0" presId="urn:microsoft.com/office/officeart/2005/8/layout/vList5"/>
    <dgm:cxn modelId="{C28BD2F2-E011-47EB-81A5-A8BD8CB2D33C}" type="presParOf" srcId="{D5DF088B-7DD9-40C5-A60C-3D682C5275CE}" destId="{F155EA08-12DE-40A0-866C-B27BD6B76AB5}" srcOrd="1" destOrd="0" presId="urn:microsoft.com/office/officeart/2005/8/layout/vList5"/>
    <dgm:cxn modelId="{D870D545-0596-435D-897F-704BDA07E496}" type="presParOf" srcId="{B952C0C0-23A7-4793-9D7C-43E19A7CC2C9}" destId="{321CE23F-28CD-4E33-8D89-F6E729A6AC4F}" srcOrd="9" destOrd="0" presId="urn:microsoft.com/office/officeart/2005/8/layout/vList5"/>
    <dgm:cxn modelId="{6342DF48-6C7A-4363-A3E3-0875282A6059}" type="presParOf" srcId="{B952C0C0-23A7-4793-9D7C-43E19A7CC2C9}" destId="{FF143A4E-C99E-4F8F-ADFC-2B5B6029DEEB}" srcOrd="10" destOrd="0" presId="urn:microsoft.com/office/officeart/2005/8/layout/vList5"/>
    <dgm:cxn modelId="{11DCE7F3-5534-486F-BFDB-359EBD034CD7}" type="presParOf" srcId="{FF143A4E-C99E-4F8F-ADFC-2B5B6029DEEB}" destId="{77D010C3-9079-4428-9567-3DEDC2B01DF6}" srcOrd="0" destOrd="0" presId="urn:microsoft.com/office/officeart/2005/8/layout/vList5"/>
    <dgm:cxn modelId="{E1CB538C-EE49-4CDC-A83E-462EF3065DF7}" type="presParOf" srcId="{FF143A4E-C99E-4F8F-ADFC-2B5B6029DEEB}" destId="{A162879E-810C-453D-8835-501665BD86DD}"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A833A9DC-D811-494B-9BCC-9FBAA7858ED5}"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68E03145-CA15-4073-B808-4B0CB71FA554}">
      <dgm:prSet/>
      <dgm:spPr/>
      <dgm:t>
        <a:bodyPr/>
        <a:lstStyle/>
        <a:p>
          <a:r>
            <a:rPr lang="en-GB" b="1"/>
            <a:t>Flask</a:t>
          </a:r>
          <a:r>
            <a:rPr lang="en-GB"/>
            <a:t> (Python) as the backend web server</a:t>
          </a:r>
          <a:endParaRPr lang="en-US"/>
        </a:p>
      </dgm:t>
    </dgm:pt>
    <dgm:pt modelId="{B5088AD8-5D39-4CAA-B354-F67D73C196AE}" type="parTrans" cxnId="{AEC85238-527A-4B3F-AA1F-AA32189F5BCD}">
      <dgm:prSet/>
      <dgm:spPr/>
      <dgm:t>
        <a:bodyPr/>
        <a:lstStyle/>
        <a:p>
          <a:endParaRPr lang="en-US"/>
        </a:p>
      </dgm:t>
    </dgm:pt>
    <dgm:pt modelId="{5B6D6FEF-60E3-4FD9-9A45-A68E4D9F0D77}" type="sibTrans" cxnId="{AEC85238-527A-4B3F-AA1F-AA32189F5BCD}">
      <dgm:prSet/>
      <dgm:spPr/>
      <dgm:t>
        <a:bodyPr/>
        <a:lstStyle/>
        <a:p>
          <a:endParaRPr lang="en-US"/>
        </a:p>
      </dgm:t>
    </dgm:pt>
    <dgm:pt modelId="{01541805-0610-4EC8-8E64-F4764DE79C61}">
      <dgm:prSet/>
      <dgm:spPr/>
      <dgm:t>
        <a:bodyPr/>
        <a:lstStyle/>
        <a:p>
          <a:r>
            <a:rPr lang="en-GB" b="1"/>
            <a:t>HTML5, CSS3, JavaScript</a:t>
          </a:r>
          <a:r>
            <a:rPr lang="en-GB"/>
            <a:t> for responsive UI</a:t>
          </a:r>
          <a:endParaRPr lang="en-US"/>
        </a:p>
      </dgm:t>
    </dgm:pt>
    <dgm:pt modelId="{86A7DC04-3344-48EB-8EEA-4529522EA08E}" type="parTrans" cxnId="{357002EB-9F00-46D5-8BF8-BCF7757A99A2}">
      <dgm:prSet/>
      <dgm:spPr/>
      <dgm:t>
        <a:bodyPr/>
        <a:lstStyle/>
        <a:p>
          <a:endParaRPr lang="en-US"/>
        </a:p>
      </dgm:t>
    </dgm:pt>
    <dgm:pt modelId="{E98A4F1F-7C4D-4593-A991-17EEEBBB5A65}" type="sibTrans" cxnId="{357002EB-9F00-46D5-8BF8-BCF7757A99A2}">
      <dgm:prSet/>
      <dgm:spPr/>
      <dgm:t>
        <a:bodyPr/>
        <a:lstStyle/>
        <a:p>
          <a:endParaRPr lang="en-US"/>
        </a:p>
      </dgm:t>
    </dgm:pt>
    <dgm:pt modelId="{7AED3EA8-F464-4350-A909-2042696A0151}">
      <dgm:prSet/>
      <dgm:spPr/>
      <dgm:t>
        <a:bodyPr/>
        <a:lstStyle/>
        <a:p>
          <a:r>
            <a:rPr lang="en-GB" b="1"/>
            <a:t>Server‑Sent Events (SSE)</a:t>
          </a:r>
          <a:r>
            <a:rPr lang="en-GB"/>
            <a:t> for live data streaming</a:t>
          </a:r>
          <a:endParaRPr lang="en-US"/>
        </a:p>
      </dgm:t>
    </dgm:pt>
    <dgm:pt modelId="{7373347C-73BC-4ED0-8578-599B782E2447}" type="parTrans" cxnId="{63ED4CCE-3FC0-4CBD-95DB-AFBD80C6DB69}">
      <dgm:prSet/>
      <dgm:spPr/>
      <dgm:t>
        <a:bodyPr/>
        <a:lstStyle/>
        <a:p>
          <a:endParaRPr lang="en-US"/>
        </a:p>
      </dgm:t>
    </dgm:pt>
    <dgm:pt modelId="{C5E835C7-FA5D-4CD1-9C49-2E717317307A}" type="sibTrans" cxnId="{63ED4CCE-3FC0-4CBD-95DB-AFBD80C6DB69}">
      <dgm:prSet/>
      <dgm:spPr/>
      <dgm:t>
        <a:bodyPr/>
        <a:lstStyle/>
        <a:p>
          <a:endParaRPr lang="en-US"/>
        </a:p>
      </dgm:t>
    </dgm:pt>
    <dgm:pt modelId="{7D5CB1B5-B142-431D-95F3-A0CCEA45E2C2}">
      <dgm:prSet/>
      <dgm:spPr/>
      <dgm:t>
        <a:bodyPr/>
        <a:lstStyle/>
        <a:p>
          <a:r>
            <a:rPr lang="en-GB" b="1"/>
            <a:t>Chart.js</a:t>
          </a:r>
          <a:r>
            <a:rPr lang="en-GB"/>
            <a:t> (or similar) for dynamic charts</a:t>
          </a:r>
          <a:endParaRPr lang="en-US"/>
        </a:p>
      </dgm:t>
    </dgm:pt>
    <dgm:pt modelId="{99A46AB1-423B-49E0-A0F0-075599D82157}" type="parTrans" cxnId="{334BCE10-8FFC-441E-A7BC-6C8D7A143F1B}">
      <dgm:prSet/>
      <dgm:spPr/>
      <dgm:t>
        <a:bodyPr/>
        <a:lstStyle/>
        <a:p>
          <a:endParaRPr lang="en-US"/>
        </a:p>
      </dgm:t>
    </dgm:pt>
    <dgm:pt modelId="{378F2154-F27F-41E0-A33B-3198BD458672}" type="sibTrans" cxnId="{334BCE10-8FFC-441E-A7BC-6C8D7A143F1B}">
      <dgm:prSet/>
      <dgm:spPr/>
      <dgm:t>
        <a:bodyPr/>
        <a:lstStyle/>
        <a:p>
          <a:endParaRPr lang="en-US"/>
        </a:p>
      </dgm:t>
    </dgm:pt>
    <dgm:pt modelId="{8915D5BE-6BBA-4C00-B0DA-E6E2777188F5}" type="pres">
      <dgm:prSet presAssocID="{A833A9DC-D811-494B-9BCC-9FBAA7858ED5}" presName="root" presStyleCnt="0">
        <dgm:presLayoutVars>
          <dgm:dir/>
          <dgm:resizeHandles val="exact"/>
        </dgm:presLayoutVars>
      </dgm:prSet>
      <dgm:spPr/>
    </dgm:pt>
    <dgm:pt modelId="{D51894D8-1607-48CE-A6AA-0EA6F1FE7C80}" type="pres">
      <dgm:prSet presAssocID="{68E03145-CA15-4073-B808-4B0CB71FA554}" presName="compNode" presStyleCnt="0"/>
      <dgm:spPr/>
    </dgm:pt>
    <dgm:pt modelId="{D3C52382-4C0D-4ACC-8F69-1A4E3FCE281D}" type="pres">
      <dgm:prSet presAssocID="{68E03145-CA15-4073-B808-4B0CB71FA554}" presName="bgRect" presStyleLbl="bgShp" presStyleIdx="0" presStyleCnt="4"/>
      <dgm:spPr/>
    </dgm:pt>
    <dgm:pt modelId="{7F58B215-B185-4F35-B355-F2B95CE77D87}" type="pres">
      <dgm:prSet presAssocID="{68E03145-CA15-4073-B808-4B0CB71FA55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ask"/>
        </a:ext>
      </dgm:extLst>
    </dgm:pt>
    <dgm:pt modelId="{016CE78C-1762-4547-8F0F-FA654D96295F}" type="pres">
      <dgm:prSet presAssocID="{68E03145-CA15-4073-B808-4B0CB71FA554}" presName="spaceRect" presStyleCnt="0"/>
      <dgm:spPr/>
    </dgm:pt>
    <dgm:pt modelId="{8795BB65-F23B-4058-9086-9B20DA6011E6}" type="pres">
      <dgm:prSet presAssocID="{68E03145-CA15-4073-B808-4B0CB71FA554}" presName="parTx" presStyleLbl="revTx" presStyleIdx="0" presStyleCnt="4">
        <dgm:presLayoutVars>
          <dgm:chMax val="0"/>
          <dgm:chPref val="0"/>
        </dgm:presLayoutVars>
      </dgm:prSet>
      <dgm:spPr/>
    </dgm:pt>
    <dgm:pt modelId="{C446F805-CB52-4D73-8102-E3A5D137A84C}" type="pres">
      <dgm:prSet presAssocID="{5B6D6FEF-60E3-4FD9-9A45-A68E4D9F0D77}" presName="sibTrans" presStyleCnt="0"/>
      <dgm:spPr/>
    </dgm:pt>
    <dgm:pt modelId="{FE773356-295A-4473-B9AA-F2337EE9E742}" type="pres">
      <dgm:prSet presAssocID="{01541805-0610-4EC8-8E64-F4764DE79C61}" presName="compNode" presStyleCnt="0"/>
      <dgm:spPr/>
    </dgm:pt>
    <dgm:pt modelId="{2DD912E5-18FB-4752-8676-16F59552501F}" type="pres">
      <dgm:prSet presAssocID="{01541805-0610-4EC8-8E64-F4764DE79C61}" presName="bgRect" presStyleLbl="bgShp" presStyleIdx="1" presStyleCnt="4"/>
      <dgm:spPr/>
    </dgm:pt>
    <dgm:pt modelId="{FBFA8B4D-A5B7-49C6-87FE-1BFAFC3C07A8}" type="pres">
      <dgm:prSet presAssocID="{01541805-0610-4EC8-8E64-F4764DE79C6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eb Design"/>
        </a:ext>
      </dgm:extLst>
    </dgm:pt>
    <dgm:pt modelId="{0168213E-6E8C-422C-8C6E-215EA3588D4F}" type="pres">
      <dgm:prSet presAssocID="{01541805-0610-4EC8-8E64-F4764DE79C61}" presName="spaceRect" presStyleCnt="0"/>
      <dgm:spPr/>
    </dgm:pt>
    <dgm:pt modelId="{B2291DEA-8F1F-4074-AFDD-8D99D35B8AC1}" type="pres">
      <dgm:prSet presAssocID="{01541805-0610-4EC8-8E64-F4764DE79C61}" presName="parTx" presStyleLbl="revTx" presStyleIdx="1" presStyleCnt="4">
        <dgm:presLayoutVars>
          <dgm:chMax val="0"/>
          <dgm:chPref val="0"/>
        </dgm:presLayoutVars>
      </dgm:prSet>
      <dgm:spPr/>
    </dgm:pt>
    <dgm:pt modelId="{28A064A6-D675-47A3-9278-71528794A9CC}" type="pres">
      <dgm:prSet presAssocID="{E98A4F1F-7C4D-4593-A991-17EEEBBB5A65}" presName="sibTrans" presStyleCnt="0"/>
      <dgm:spPr/>
    </dgm:pt>
    <dgm:pt modelId="{911A79AA-6220-48D0-81F5-139B15D61D69}" type="pres">
      <dgm:prSet presAssocID="{7AED3EA8-F464-4350-A909-2042696A0151}" presName="compNode" presStyleCnt="0"/>
      <dgm:spPr/>
    </dgm:pt>
    <dgm:pt modelId="{D1CF368E-FA04-47FD-9BE5-4096842D6F15}" type="pres">
      <dgm:prSet presAssocID="{7AED3EA8-F464-4350-A909-2042696A0151}" presName="bgRect" presStyleLbl="bgShp" presStyleIdx="2" presStyleCnt="4"/>
      <dgm:spPr/>
    </dgm:pt>
    <dgm:pt modelId="{071E9052-7645-45F8-B882-536E1F6123E1}" type="pres">
      <dgm:prSet presAssocID="{7AED3EA8-F464-4350-A909-2042696A015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erver"/>
        </a:ext>
      </dgm:extLst>
    </dgm:pt>
    <dgm:pt modelId="{B71151CA-68C4-41E0-8A8C-E8947A750E56}" type="pres">
      <dgm:prSet presAssocID="{7AED3EA8-F464-4350-A909-2042696A0151}" presName="spaceRect" presStyleCnt="0"/>
      <dgm:spPr/>
    </dgm:pt>
    <dgm:pt modelId="{63310C6A-0B7C-4A97-99AC-0C97E5172F77}" type="pres">
      <dgm:prSet presAssocID="{7AED3EA8-F464-4350-A909-2042696A0151}" presName="parTx" presStyleLbl="revTx" presStyleIdx="2" presStyleCnt="4">
        <dgm:presLayoutVars>
          <dgm:chMax val="0"/>
          <dgm:chPref val="0"/>
        </dgm:presLayoutVars>
      </dgm:prSet>
      <dgm:spPr/>
    </dgm:pt>
    <dgm:pt modelId="{C38D2A80-1A0A-4F82-BA53-B1AF8F9293EC}" type="pres">
      <dgm:prSet presAssocID="{C5E835C7-FA5D-4CD1-9C49-2E717317307A}" presName="sibTrans" presStyleCnt="0"/>
      <dgm:spPr/>
    </dgm:pt>
    <dgm:pt modelId="{09B83967-1F4A-4B00-AADE-5405BBCAF368}" type="pres">
      <dgm:prSet presAssocID="{7D5CB1B5-B142-431D-95F3-A0CCEA45E2C2}" presName="compNode" presStyleCnt="0"/>
      <dgm:spPr/>
    </dgm:pt>
    <dgm:pt modelId="{DD317A3F-4E3F-4DF3-8939-4F81FF2DEF58}" type="pres">
      <dgm:prSet presAssocID="{7D5CB1B5-B142-431D-95F3-A0CCEA45E2C2}" presName="bgRect" presStyleLbl="bgShp" presStyleIdx="3" presStyleCnt="4"/>
      <dgm:spPr/>
    </dgm:pt>
    <dgm:pt modelId="{8A25D239-655F-40B2-82E0-70EC43EAC1EC}" type="pres">
      <dgm:prSet presAssocID="{7D5CB1B5-B142-431D-95F3-A0CCEA45E2C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ie chart"/>
        </a:ext>
      </dgm:extLst>
    </dgm:pt>
    <dgm:pt modelId="{AC124EF1-8278-4C3C-B7D2-48A1F80D85FE}" type="pres">
      <dgm:prSet presAssocID="{7D5CB1B5-B142-431D-95F3-A0CCEA45E2C2}" presName="spaceRect" presStyleCnt="0"/>
      <dgm:spPr/>
    </dgm:pt>
    <dgm:pt modelId="{129D2524-CF14-489D-B254-557E9C338B39}" type="pres">
      <dgm:prSet presAssocID="{7D5CB1B5-B142-431D-95F3-A0CCEA45E2C2}" presName="parTx" presStyleLbl="revTx" presStyleIdx="3" presStyleCnt="4">
        <dgm:presLayoutVars>
          <dgm:chMax val="0"/>
          <dgm:chPref val="0"/>
        </dgm:presLayoutVars>
      </dgm:prSet>
      <dgm:spPr/>
    </dgm:pt>
  </dgm:ptLst>
  <dgm:cxnLst>
    <dgm:cxn modelId="{334BCE10-8FFC-441E-A7BC-6C8D7A143F1B}" srcId="{A833A9DC-D811-494B-9BCC-9FBAA7858ED5}" destId="{7D5CB1B5-B142-431D-95F3-A0CCEA45E2C2}" srcOrd="3" destOrd="0" parTransId="{99A46AB1-423B-49E0-A0F0-075599D82157}" sibTransId="{378F2154-F27F-41E0-A33B-3198BD458672}"/>
    <dgm:cxn modelId="{17E96F2D-037C-4AEF-888D-A0D44CCD5FBA}" type="presOf" srcId="{A833A9DC-D811-494B-9BCC-9FBAA7858ED5}" destId="{8915D5BE-6BBA-4C00-B0DA-E6E2777188F5}" srcOrd="0" destOrd="0" presId="urn:microsoft.com/office/officeart/2018/2/layout/IconVerticalSolidList"/>
    <dgm:cxn modelId="{AEC85238-527A-4B3F-AA1F-AA32189F5BCD}" srcId="{A833A9DC-D811-494B-9BCC-9FBAA7858ED5}" destId="{68E03145-CA15-4073-B808-4B0CB71FA554}" srcOrd="0" destOrd="0" parTransId="{B5088AD8-5D39-4CAA-B354-F67D73C196AE}" sibTransId="{5B6D6FEF-60E3-4FD9-9A45-A68E4D9F0D77}"/>
    <dgm:cxn modelId="{134A004F-64F1-488F-A3B1-27B096EEC116}" type="presOf" srcId="{68E03145-CA15-4073-B808-4B0CB71FA554}" destId="{8795BB65-F23B-4058-9086-9B20DA6011E6}" srcOrd="0" destOrd="0" presId="urn:microsoft.com/office/officeart/2018/2/layout/IconVerticalSolidList"/>
    <dgm:cxn modelId="{51413893-6F56-44D7-80EE-F67E7DAB9EE2}" type="presOf" srcId="{7AED3EA8-F464-4350-A909-2042696A0151}" destId="{63310C6A-0B7C-4A97-99AC-0C97E5172F77}" srcOrd="0" destOrd="0" presId="urn:microsoft.com/office/officeart/2018/2/layout/IconVerticalSolidList"/>
    <dgm:cxn modelId="{63ED4CCE-3FC0-4CBD-95DB-AFBD80C6DB69}" srcId="{A833A9DC-D811-494B-9BCC-9FBAA7858ED5}" destId="{7AED3EA8-F464-4350-A909-2042696A0151}" srcOrd="2" destOrd="0" parTransId="{7373347C-73BC-4ED0-8578-599B782E2447}" sibTransId="{C5E835C7-FA5D-4CD1-9C49-2E717317307A}"/>
    <dgm:cxn modelId="{CB36A4D0-D3B9-4089-8368-74705095A505}" type="presOf" srcId="{01541805-0610-4EC8-8E64-F4764DE79C61}" destId="{B2291DEA-8F1F-4074-AFDD-8D99D35B8AC1}" srcOrd="0" destOrd="0" presId="urn:microsoft.com/office/officeart/2018/2/layout/IconVerticalSolidList"/>
    <dgm:cxn modelId="{21CB3DE1-FB25-4E63-BE16-14DB2ECBA63C}" type="presOf" srcId="{7D5CB1B5-B142-431D-95F3-A0CCEA45E2C2}" destId="{129D2524-CF14-489D-B254-557E9C338B39}" srcOrd="0" destOrd="0" presId="urn:microsoft.com/office/officeart/2018/2/layout/IconVerticalSolidList"/>
    <dgm:cxn modelId="{357002EB-9F00-46D5-8BF8-BCF7757A99A2}" srcId="{A833A9DC-D811-494B-9BCC-9FBAA7858ED5}" destId="{01541805-0610-4EC8-8E64-F4764DE79C61}" srcOrd="1" destOrd="0" parTransId="{86A7DC04-3344-48EB-8EEA-4529522EA08E}" sibTransId="{E98A4F1F-7C4D-4593-A991-17EEEBBB5A65}"/>
    <dgm:cxn modelId="{B36C855F-90AC-4C71-AF91-6D34B600B313}" type="presParOf" srcId="{8915D5BE-6BBA-4C00-B0DA-E6E2777188F5}" destId="{D51894D8-1607-48CE-A6AA-0EA6F1FE7C80}" srcOrd="0" destOrd="0" presId="urn:microsoft.com/office/officeart/2018/2/layout/IconVerticalSolidList"/>
    <dgm:cxn modelId="{35D2989A-50A1-4265-883C-4F7388613DFC}" type="presParOf" srcId="{D51894D8-1607-48CE-A6AA-0EA6F1FE7C80}" destId="{D3C52382-4C0D-4ACC-8F69-1A4E3FCE281D}" srcOrd="0" destOrd="0" presId="urn:microsoft.com/office/officeart/2018/2/layout/IconVerticalSolidList"/>
    <dgm:cxn modelId="{541CFC39-9283-4F36-B06F-DFCD9C646A4B}" type="presParOf" srcId="{D51894D8-1607-48CE-A6AA-0EA6F1FE7C80}" destId="{7F58B215-B185-4F35-B355-F2B95CE77D87}" srcOrd="1" destOrd="0" presId="urn:microsoft.com/office/officeart/2018/2/layout/IconVerticalSolidList"/>
    <dgm:cxn modelId="{EF240424-5690-415A-A4CF-3A61717D448B}" type="presParOf" srcId="{D51894D8-1607-48CE-A6AA-0EA6F1FE7C80}" destId="{016CE78C-1762-4547-8F0F-FA654D96295F}" srcOrd="2" destOrd="0" presId="urn:microsoft.com/office/officeart/2018/2/layout/IconVerticalSolidList"/>
    <dgm:cxn modelId="{983742D3-ED10-4C49-8F5D-D296ABC128B2}" type="presParOf" srcId="{D51894D8-1607-48CE-A6AA-0EA6F1FE7C80}" destId="{8795BB65-F23B-4058-9086-9B20DA6011E6}" srcOrd="3" destOrd="0" presId="urn:microsoft.com/office/officeart/2018/2/layout/IconVerticalSolidList"/>
    <dgm:cxn modelId="{C949B124-67E4-421E-8CCE-204062482D01}" type="presParOf" srcId="{8915D5BE-6BBA-4C00-B0DA-E6E2777188F5}" destId="{C446F805-CB52-4D73-8102-E3A5D137A84C}" srcOrd="1" destOrd="0" presId="urn:microsoft.com/office/officeart/2018/2/layout/IconVerticalSolidList"/>
    <dgm:cxn modelId="{7F7CF7E4-4D8A-46C3-A696-054E0CC45409}" type="presParOf" srcId="{8915D5BE-6BBA-4C00-B0DA-E6E2777188F5}" destId="{FE773356-295A-4473-B9AA-F2337EE9E742}" srcOrd="2" destOrd="0" presId="urn:microsoft.com/office/officeart/2018/2/layout/IconVerticalSolidList"/>
    <dgm:cxn modelId="{94DA2008-FE39-4853-84FF-6718D5CDEDA7}" type="presParOf" srcId="{FE773356-295A-4473-B9AA-F2337EE9E742}" destId="{2DD912E5-18FB-4752-8676-16F59552501F}" srcOrd="0" destOrd="0" presId="urn:microsoft.com/office/officeart/2018/2/layout/IconVerticalSolidList"/>
    <dgm:cxn modelId="{C735A67F-D0B8-4D81-BCF1-6AAF978E9AC2}" type="presParOf" srcId="{FE773356-295A-4473-B9AA-F2337EE9E742}" destId="{FBFA8B4D-A5B7-49C6-87FE-1BFAFC3C07A8}" srcOrd="1" destOrd="0" presId="urn:microsoft.com/office/officeart/2018/2/layout/IconVerticalSolidList"/>
    <dgm:cxn modelId="{773D6D4A-5C12-4EAD-A46E-AD68EC4E0114}" type="presParOf" srcId="{FE773356-295A-4473-B9AA-F2337EE9E742}" destId="{0168213E-6E8C-422C-8C6E-215EA3588D4F}" srcOrd="2" destOrd="0" presId="urn:microsoft.com/office/officeart/2018/2/layout/IconVerticalSolidList"/>
    <dgm:cxn modelId="{7A9924A1-2AB8-4C50-8C70-07A1965176FB}" type="presParOf" srcId="{FE773356-295A-4473-B9AA-F2337EE9E742}" destId="{B2291DEA-8F1F-4074-AFDD-8D99D35B8AC1}" srcOrd="3" destOrd="0" presId="urn:microsoft.com/office/officeart/2018/2/layout/IconVerticalSolidList"/>
    <dgm:cxn modelId="{68A93E1E-051A-469B-94AA-5C583FC40F39}" type="presParOf" srcId="{8915D5BE-6BBA-4C00-B0DA-E6E2777188F5}" destId="{28A064A6-D675-47A3-9278-71528794A9CC}" srcOrd="3" destOrd="0" presId="urn:microsoft.com/office/officeart/2018/2/layout/IconVerticalSolidList"/>
    <dgm:cxn modelId="{43E84A35-6DD0-4AB9-B87B-AB4B8A62B19B}" type="presParOf" srcId="{8915D5BE-6BBA-4C00-B0DA-E6E2777188F5}" destId="{911A79AA-6220-48D0-81F5-139B15D61D69}" srcOrd="4" destOrd="0" presId="urn:microsoft.com/office/officeart/2018/2/layout/IconVerticalSolidList"/>
    <dgm:cxn modelId="{3D01828A-AE79-4357-81ED-89B3A7637AE7}" type="presParOf" srcId="{911A79AA-6220-48D0-81F5-139B15D61D69}" destId="{D1CF368E-FA04-47FD-9BE5-4096842D6F15}" srcOrd="0" destOrd="0" presId="urn:microsoft.com/office/officeart/2018/2/layout/IconVerticalSolidList"/>
    <dgm:cxn modelId="{863A643B-E752-464A-BE0B-FC366E942FD0}" type="presParOf" srcId="{911A79AA-6220-48D0-81F5-139B15D61D69}" destId="{071E9052-7645-45F8-B882-536E1F6123E1}" srcOrd="1" destOrd="0" presId="urn:microsoft.com/office/officeart/2018/2/layout/IconVerticalSolidList"/>
    <dgm:cxn modelId="{C33217C6-774E-4143-B4EF-2E2B165AC9ED}" type="presParOf" srcId="{911A79AA-6220-48D0-81F5-139B15D61D69}" destId="{B71151CA-68C4-41E0-8A8C-E8947A750E56}" srcOrd="2" destOrd="0" presId="urn:microsoft.com/office/officeart/2018/2/layout/IconVerticalSolidList"/>
    <dgm:cxn modelId="{8F2B0C18-D631-405A-826D-CF1187688745}" type="presParOf" srcId="{911A79AA-6220-48D0-81F5-139B15D61D69}" destId="{63310C6A-0B7C-4A97-99AC-0C97E5172F77}" srcOrd="3" destOrd="0" presId="urn:microsoft.com/office/officeart/2018/2/layout/IconVerticalSolidList"/>
    <dgm:cxn modelId="{772FE952-4823-4F69-BA0C-10184A8BD65B}" type="presParOf" srcId="{8915D5BE-6BBA-4C00-B0DA-E6E2777188F5}" destId="{C38D2A80-1A0A-4F82-BA53-B1AF8F9293EC}" srcOrd="5" destOrd="0" presId="urn:microsoft.com/office/officeart/2018/2/layout/IconVerticalSolidList"/>
    <dgm:cxn modelId="{5914CD39-2FD9-453A-ABC5-41CDE13EEDB8}" type="presParOf" srcId="{8915D5BE-6BBA-4C00-B0DA-E6E2777188F5}" destId="{09B83967-1F4A-4B00-AADE-5405BBCAF368}" srcOrd="6" destOrd="0" presId="urn:microsoft.com/office/officeart/2018/2/layout/IconVerticalSolidList"/>
    <dgm:cxn modelId="{2A40DEB0-5843-4E3E-9F15-3C0132F61873}" type="presParOf" srcId="{09B83967-1F4A-4B00-AADE-5405BBCAF368}" destId="{DD317A3F-4E3F-4DF3-8939-4F81FF2DEF58}" srcOrd="0" destOrd="0" presId="urn:microsoft.com/office/officeart/2018/2/layout/IconVerticalSolidList"/>
    <dgm:cxn modelId="{E347A645-2A50-4E37-BF47-88BCC7C04CA9}" type="presParOf" srcId="{09B83967-1F4A-4B00-AADE-5405BBCAF368}" destId="{8A25D239-655F-40B2-82E0-70EC43EAC1EC}" srcOrd="1" destOrd="0" presId="urn:microsoft.com/office/officeart/2018/2/layout/IconVerticalSolidList"/>
    <dgm:cxn modelId="{EEBD077E-C58D-4708-B0E3-FCCBE6F12870}" type="presParOf" srcId="{09B83967-1F4A-4B00-AADE-5405BBCAF368}" destId="{AC124EF1-8278-4C3C-B7D2-48A1F80D85FE}" srcOrd="2" destOrd="0" presId="urn:microsoft.com/office/officeart/2018/2/layout/IconVerticalSolidList"/>
    <dgm:cxn modelId="{21E4F5DD-83A6-4F0D-9A8D-43CD44030B54}" type="presParOf" srcId="{09B83967-1F4A-4B00-AADE-5405BBCAF368}" destId="{129D2524-CF14-489D-B254-557E9C338B3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3B558F0-992D-463E-B73D-07B19DF8F532}" type="doc">
      <dgm:prSet loTypeId="urn:microsoft.com/office/officeart/2005/8/layout/hList1" loCatId="list" qsTypeId="urn:microsoft.com/office/officeart/2005/8/quickstyle/simple1" qsCatId="simple" csTypeId="urn:microsoft.com/office/officeart/2005/8/colors/colorful2" csCatId="colorful"/>
      <dgm:spPr/>
      <dgm:t>
        <a:bodyPr/>
        <a:lstStyle/>
        <a:p>
          <a:endParaRPr lang="en-US"/>
        </a:p>
      </dgm:t>
    </dgm:pt>
    <dgm:pt modelId="{92287B02-12E6-4F8A-8B31-BE3AC9B7A0F9}">
      <dgm:prSet/>
      <dgm:spPr/>
      <dgm:t>
        <a:bodyPr/>
        <a:lstStyle/>
        <a:p>
          <a:r>
            <a:rPr lang="en-US" b="1" i="0" baseline="0"/>
            <a:t>Live Telemetry Panels</a:t>
          </a:r>
          <a:endParaRPr lang="en-US"/>
        </a:p>
      </dgm:t>
    </dgm:pt>
    <dgm:pt modelId="{050087ED-00A7-48A7-8F1C-7A8C341A6D1D}" type="parTrans" cxnId="{672EFD01-C9D4-43CA-9C5E-8C8C9084265C}">
      <dgm:prSet/>
      <dgm:spPr/>
      <dgm:t>
        <a:bodyPr/>
        <a:lstStyle/>
        <a:p>
          <a:endParaRPr lang="en-US"/>
        </a:p>
      </dgm:t>
    </dgm:pt>
    <dgm:pt modelId="{09F87363-8636-45F1-92C0-B19DF2A015DC}" type="sibTrans" cxnId="{672EFD01-C9D4-43CA-9C5E-8C8C9084265C}">
      <dgm:prSet/>
      <dgm:spPr/>
      <dgm:t>
        <a:bodyPr/>
        <a:lstStyle/>
        <a:p>
          <a:endParaRPr lang="en-US"/>
        </a:p>
      </dgm:t>
    </dgm:pt>
    <dgm:pt modelId="{EE8C7579-C4A5-4D20-AA09-697BC83B71CC}">
      <dgm:prSet/>
      <dgm:spPr/>
      <dgm:t>
        <a:bodyPr/>
        <a:lstStyle/>
        <a:p>
          <a:r>
            <a:rPr lang="en-US" b="1" i="0" baseline="0" dirty="0"/>
            <a:t>Speed Gauge:</a:t>
          </a:r>
          <a:r>
            <a:rPr lang="en-US" b="0" i="0" baseline="0" dirty="0"/>
            <a:t> Updates on each CAN frame (0x401)</a:t>
          </a:r>
          <a:endParaRPr lang="en-US" dirty="0"/>
        </a:p>
      </dgm:t>
    </dgm:pt>
    <dgm:pt modelId="{69FF0A72-C8AD-4565-8999-F18E007CE3E2}" type="parTrans" cxnId="{45A0F11A-80DD-4852-A889-56C7D2F766E4}">
      <dgm:prSet/>
      <dgm:spPr/>
      <dgm:t>
        <a:bodyPr/>
        <a:lstStyle/>
        <a:p>
          <a:endParaRPr lang="en-US"/>
        </a:p>
      </dgm:t>
    </dgm:pt>
    <dgm:pt modelId="{EDE92DA3-A345-433B-8041-B4E7A64759E8}" type="sibTrans" cxnId="{45A0F11A-80DD-4852-A889-56C7D2F766E4}">
      <dgm:prSet/>
      <dgm:spPr/>
      <dgm:t>
        <a:bodyPr/>
        <a:lstStyle/>
        <a:p>
          <a:endParaRPr lang="en-US"/>
        </a:p>
      </dgm:t>
    </dgm:pt>
    <dgm:pt modelId="{6E87F73E-80F2-4914-8DB0-3AD9540024BB}">
      <dgm:prSet/>
      <dgm:spPr/>
      <dgm:t>
        <a:bodyPr/>
        <a:lstStyle/>
        <a:p>
          <a:r>
            <a:rPr lang="en-US" b="1" i="0" baseline="0"/>
            <a:t>Temperature &amp; Distance Charts:</a:t>
          </a:r>
          <a:r>
            <a:rPr lang="en-US" b="0" i="0" baseline="0"/>
            <a:t> Time‑series plots of LM35 and ultrasonic readings</a:t>
          </a:r>
          <a:endParaRPr lang="en-US"/>
        </a:p>
      </dgm:t>
    </dgm:pt>
    <dgm:pt modelId="{6035F70B-03E3-43DD-9B29-A6AA3977CECF}" type="parTrans" cxnId="{22532103-F965-4704-BB7D-59F7CE99FA86}">
      <dgm:prSet/>
      <dgm:spPr/>
      <dgm:t>
        <a:bodyPr/>
        <a:lstStyle/>
        <a:p>
          <a:endParaRPr lang="en-US"/>
        </a:p>
      </dgm:t>
    </dgm:pt>
    <dgm:pt modelId="{D96C819A-9FE4-4507-9445-34CA270B902A}" type="sibTrans" cxnId="{22532103-F965-4704-BB7D-59F7CE99FA86}">
      <dgm:prSet/>
      <dgm:spPr/>
      <dgm:t>
        <a:bodyPr/>
        <a:lstStyle/>
        <a:p>
          <a:endParaRPr lang="en-US"/>
        </a:p>
      </dgm:t>
    </dgm:pt>
    <dgm:pt modelId="{6C82E37B-4B7F-4548-97E9-672DD5321FC2}">
      <dgm:prSet/>
      <dgm:spPr/>
      <dgm:t>
        <a:bodyPr/>
        <a:lstStyle/>
        <a:p>
          <a:r>
            <a:rPr lang="en-US" b="1" i="0" baseline="0"/>
            <a:t>Diagnostics Section</a:t>
          </a:r>
          <a:endParaRPr lang="en-US"/>
        </a:p>
      </dgm:t>
    </dgm:pt>
    <dgm:pt modelId="{6CFC2B90-3C11-4466-8A1B-16E10E967BEF}" type="parTrans" cxnId="{8B36FBF6-D3BD-4CFE-BE34-E7504456E6CC}">
      <dgm:prSet/>
      <dgm:spPr/>
      <dgm:t>
        <a:bodyPr/>
        <a:lstStyle/>
        <a:p>
          <a:endParaRPr lang="en-US"/>
        </a:p>
      </dgm:t>
    </dgm:pt>
    <dgm:pt modelId="{27B2CDA5-E84D-4C0A-83DC-87C14F62011D}" type="sibTrans" cxnId="{8B36FBF6-D3BD-4CFE-BE34-E7504456E6CC}">
      <dgm:prSet/>
      <dgm:spPr/>
      <dgm:t>
        <a:bodyPr/>
        <a:lstStyle/>
        <a:p>
          <a:endParaRPr lang="en-US"/>
        </a:p>
      </dgm:t>
    </dgm:pt>
    <dgm:pt modelId="{583E05EC-80EB-4584-96F9-1BB36FD46A93}">
      <dgm:prSet/>
      <dgm:spPr/>
      <dgm:t>
        <a:bodyPr/>
        <a:lstStyle/>
        <a:p>
          <a:r>
            <a:rPr lang="en-US" b="1" i="0" baseline="0"/>
            <a:t>Active DTC List:</a:t>
          </a:r>
          <a:r>
            <a:rPr lang="en-US" b="0" i="0" baseline="0"/>
            <a:t> Retrieved via UDS ReadDTC service</a:t>
          </a:r>
          <a:endParaRPr lang="en-US"/>
        </a:p>
      </dgm:t>
    </dgm:pt>
    <dgm:pt modelId="{AD28A54D-BB4C-4ADF-964C-5EA2AE8C5E72}" type="parTrans" cxnId="{08578F51-789D-434C-9472-2D4FAF34673C}">
      <dgm:prSet/>
      <dgm:spPr/>
      <dgm:t>
        <a:bodyPr/>
        <a:lstStyle/>
        <a:p>
          <a:endParaRPr lang="en-US"/>
        </a:p>
      </dgm:t>
    </dgm:pt>
    <dgm:pt modelId="{90A23E0E-D08A-4C9F-B431-6C18CAFFBEE5}" type="sibTrans" cxnId="{08578F51-789D-434C-9472-2D4FAF34673C}">
      <dgm:prSet/>
      <dgm:spPr/>
      <dgm:t>
        <a:bodyPr/>
        <a:lstStyle/>
        <a:p>
          <a:endParaRPr lang="en-US"/>
        </a:p>
      </dgm:t>
    </dgm:pt>
    <dgm:pt modelId="{767CA7AF-65F4-433A-9AF8-48A104EB6D88}">
      <dgm:prSet/>
      <dgm:spPr/>
      <dgm:t>
        <a:bodyPr/>
        <a:lstStyle/>
        <a:p>
          <a:r>
            <a:rPr lang="en-US" b="1" i="0" baseline="0"/>
            <a:t>Clear DTC Button:</a:t>
          </a:r>
          <a:r>
            <a:rPr lang="en-US" b="0" i="0" baseline="0"/>
            <a:t> Triggers UDS ClearDTC request</a:t>
          </a:r>
          <a:endParaRPr lang="en-US"/>
        </a:p>
      </dgm:t>
    </dgm:pt>
    <dgm:pt modelId="{33A906BC-7F1B-4687-B7B9-5D7CD7179B31}" type="parTrans" cxnId="{78756A30-67CE-4ED7-BF6A-2B06D4297572}">
      <dgm:prSet/>
      <dgm:spPr/>
      <dgm:t>
        <a:bodyPr/>
        <a:lstStyle/>
        <a:p>
          <a:endParaRPr lang="en-US"/>
        </a:p>
      </dgm:t>
    </dgm:pt>
    <dgm:pt modelId="{7463721D-7E35-4CF2-978B-FA9007326FC9}" type="sibTrans" cxnId="{78756A30-67CE-4ED7-BF6A-2B06D4297572}">
      <dgm:prSet/>
      <dgm:spPr/>
      <dgm:t>
        <a:bodyPr/>
        <a:lstStyle/>
        <a:p>
          <a:endParaRPr lang="en-US"/>
        </a:p>
      </dgm:t>
    </dgm:pt>
    <dgm:pt modelId="{3BEC7BDF-0AAF-45A7-AFA9-D524428B1348}">
      <dgm:prSet/>
      <dgm:spPr/>
      <dgm:t>
        <a:bodyPr/>
        <a:lstStyle/>
        <a:p>
          <a:r>
            <a:rPr lang="en-US" b="1" i="0" baseline="0"/>
            <a:t>OTA Update Workflow</a:t>
          </a:r>
          <a:endParaRPr lang="en-US"/>
        </a:p>
      </dgm:t>
    </dgm:pt>
    <dgm:pt modelId="{F1B0FF8E-2D05-445B-893B-34CD1C07CEEF}" type="parTrans" cxnId="{1274427A-F61B-4EAE-9304-598F75444A56}">
      <dgm:prSet/>
      <dgm:spPr/>
      <dgm:t>
        <a:bodyPr/>
        <a:lstStyle/>
        <a:p>
          <a:endParaRPr lang="en-US"/>
        </a:p>
      </dgm:t>
    </dgm:pt>
    <dgm:pt modelId="{3A6565A7-BABC-41F6-85BB-CE7F302FBDF7}" type="sibTrans" cxnId="{1274427A-F61B-4EAE-9304-598F75444A56}">
      <dgm:prSet/>
      <dgm:spPr/>
      <dgm:t>
        <a:bodyPr/>
        <a:lstStyle/>
        <a:p>
          <a:endParaRPr lang="en-US"/>
        </a:p>
      </dgm:t>
    </dgm:pt>
    <dgm:pt modelId="{D0EF6665-9C55-44E1-B687-71801BB33636}">
      <dgm:prSet/>
      <dgm:spPr/>
      <dgm:t>
        <a:bodyPr/>
        <a:lstStyle/>
        <a:p>
          <a:r>
            <a:rPr lang="en-US" b="1" i="0" baseline="0"/>
            <a:t>Version Indicator:</a:t>
          </a:r>
          <a:r>
            <a:rPr lang="en-US" b="0" i="0" baseline="0"/>
            <a:t> Shows current vs. available firmware version</a:t>
          </a:r>
          <a:endParaRPr lang="en-US"/>
        </a:p>
      </dgm:t>
    </dgm:pt>
    <dgm:pt modelId="{3A4428D6-99B8-46B5-982B-5DCE066251D0}" type="parTrans" cxnId="{4A9ADAF8-7D3C-4E28-BE4F-0EA2038FE06A}">
      <dgm:prSet/>
      <dgm:spPr/>
      <dgm:t>
        <a:bodyPr/>
        <a:lstStyle/>
        <a:p>
          <a:endParaRPr lang="en-US"/>
        </a:p>
      </dgm:t>
    </dgm:pt>
    <dgm:pt modelId="{CEB02896-5BE3-48A6-90C4-4FC0DB8A1C8A}" type="sibTrans" cxnId="{4A9ADAF8-7D3C-4E28-BE4F-0EA2038FE06A}">
      <dgm:prSet/>
      <dgm:spPr/>
      <dgm:t>
        <a:bodyPr/>
        <a:lstStyle/>
        <a:p>
          <a:endParaRPr lang="en-US"/>
        </a:p>
      </dgm:t>
    </dgm:pt>
    <dgm:pt modelId="{1BCAA0A4-BDFC-424F-BF60-53E494912303}">
      <dgm:prSet/>
      <dgm:spPr/>
      <dgm:t>
        <a:bodyPr/>
        <a:lstStyle/>
        <a:p>
          <a:r>
            <a:rPr lang="en-US" b="1" i="0" baseline="0"/>
            <a:t>Progress Bar:</a:t>
          </a:r>
          <a:r>
            <a:rPr lang="en-US" b="0" i="0" baseline="0"/>
            <a:t> Reflects chunked update status in real time</a:t>
          </a:r>
          <a:endParaRPr lang="en-US"/>
        </a:p>
      </dgm:t>
    </dgm:pt>
    <dgm:pt modelId="{EC17DEC8-CBFB-4388-90DB-777E914DFE2B}" type="parTrans" cxnId="{E5527E17-0022-40C1-B20D-9C6542FD6274}">
      <dgm:prSet/>
      <dgm:spPr/>
      <dgm:t>
        <a:bodyPr/>
        <a:lstStyle/>
        <a:p>
          <a:endParaRPr lang="en-US"/>
        </a:p>
      </dgm:t>
    </dgm:pt>
    <dgm:pt modelId="{279B9F52-F39A-485F-A8F6-E37120FFFFC5}" type="sibTrans" cxnId="{E5527E17-0022-40C1-B20D-9C6542FD6274}">
      <dgm:prSet/>
      <dgm:spPr/>
      <dgm:t>
        <a:bodyPr/>
        <a:lstStyle/>
        <a:p>
          <a:endParaRPr lang="en-US"/>
        </a:p>
      </dgm:t>
    </dgm:pt>
    <dgm:pt modelId="{9A9D75FD-523E-41A3-A2CA-B279B38A6867}">
      <dgm:prSet/>
      <dgm:spPr/>
      <dgm:t>
        <a:bodyPr/>
        <a:lstStyle/>
        <a:p>
          <a:r>
            <a:rPr lang="en-US" b="1" i="0" baseline="0"/>
            <a:t>Start/Cancel Controls:</a:t>
          </a:r>
          <a:r>
            <a:rPr lang="en-US" b="0" i="0" baseline="0"/>
            <a:t> User‑initiated OTA triggers</a:t>
          </a:r>
          <a:endParaRPr lang="en-US"/>
        </a:p>
      </dgm:t>
    </dgm:pt>
    <dgm:pt modelId="{780A8F27-845C-427D-AA99-65A6679B961A}" type="parTrans" cxnId="{78606E0F-A4D9-4185-901B-2F992CB7F598}">
      <dgm:prSet/>
      <dgm:spPr/>
      <dgm:t>
        <a:bodyPr/>
        <a:lstStyle/>
        <a:p>
          <a:endParaRPr lang="en-US"/>
        </a:p>
      </dgm:t>
    </dgm:pt>
    <dgm:pt modelId="{030A903A-2C9A-4274-ACFF-61D4B8668638}" type="sibTrans" cxnId="{78606E0F-A4D9-4185-901B-2F992CB7F598}">
      <dgm:prSet/>
      <dgm:spPr/>
      <dgm:t>
        <a:bodyPr/>
        <a:lstStyle/>
        <a:p>
          <a:endParaRPr lang="en-US"/>
        </a:p>
      </dgm:t>
    </dgm:pt>
    <dgm:pt modelId="{9DF87B3C-9925-4B20-905A-6A89E91026A5}">
      <dgm:prSet/>
      <dgm:spPr/>
      <dgm:t>
        <a:bodyPr/>
        <a:lstStyle/>
        <a:p>
          <a:r>
            <a:rPr lang="en-US" b="1" i="0" baseline="0"/>
            <a:t>System Status &amp; Logs</a:t>
          </a:r>
          <a:endParaRPr lang="en-US"/>
        </a:p>
      </dgm:t>
    </dgm:pt>
    <dgm:pt modelId="{BAE155D3-F661-4F50-8D93-5F4DD7F5E645}" type="parTrans" cxnId="{54D95A67-9139-4F39-A351-CE84F1729B35}">
      <dgm:prSet/>
      <dgm:spPr/>
      <dgm:t>
        <a:bodyPr/>
        <a:lstStyle/>
        <a:p>
          <a:endParaRPr lang="en-US"/>
        </a:p>
      </dgm:t>
    </dgm:pt>
    <dgm:pt modelId="{9D3459B1-DBF5-4A8C-8BED-B637B44D3B08}" type="sibTrans" cxnId="{54D95A67-9139-4F39-A351-CE84F1729B35}">
      <dgm:prSet/>
      <dgm:spPr/>
      <dgm:t>
        <a:bodyPr/>
        <a:lstStyle/>
        <a:p>
          <a:endParaRPr lang="en-US"/>
        </a:p>
      </dgm:t>
    </dgm:pt>
    <dgm:pt modelId="{C21B9C1D-A111-4487-BF6E-D2310E59FBFE}">
      <dgm:prSet/>
      <dgm:spPr/>
      <dgm:t>
        <a:bodyPr/>
        <a:lstStyle/>
        <a:p>
          <a:r>
            <a:rPr lang="en-US" b="1" i="0" baseline="0"/>
            <a:t>Connection Health:</a:t>
          </a:r>
          <a:r>
            <a:rPr lang="en-US" b="0" i="0" baseline="0"/>
            <a:t> Indicates CAN bus and ECU connectivity</a:t>
          </a:r>
          <a:endParaRPr lang="en-US"/>
        </a:p>
      </dgm:t>
    </dgm:pt>
    <dgm:pt modelId="{AFB557ED-F249-4031-B65B-7B6D79B4AB65}" type="parTrans" cxnId="{A58D44A0-7F32-4EF0-94E2-D2F6D9FF93B9}">
      <dgm:prSet/>
      <dgm:spPr/>
      <dgm:t>
        <a:bodyPr/>
        <a:lstStyle/>
        <a:p>
          <a:endParaRPr lang="en-US"/>
        </a:p>
      </dgm:t>
    </dgm:pt>
    <dgm:pt modelId="{E7A4ED85-585F-4D42-B66E-B5C8E51C513E}" type="sibTrans" cxnId="{A58D44A0-7F32-4EF0-94E2-D2F6D9FF93B9}">
      <dgm:prSet/>
      <dgm:spPr/>
      <dgm:t>
        <a:bodyPr/>
        <a:lstStyle/>
        <a:p>
          <a:endParaRPr lang="en-US"/>
        </a:p>
      </dgm:t>
    </dgm:pt>
    <dgm:pt modelId="{875446A6-623C-4ECF-946A-222B02CE75C8}">
      <dgm:prSet/>
      <dgm:spPr/>
      <dgm:t>
        <a:bodyPr/>
        <a:lstStyle/>
        <a:p>
          <a:r>
            <a:rPr lang="en-US" b="1" i="0" baseline="0"/>
            <a:t>Event Log:</a:t>
          </a:r>
          <a:r>
            <a:rPr lang="en-US" b="0" i="0" baseline="0"/>
            <a:t> Scrollable list of recent diagnostics, errors, and update events</a:t>
          </a:r>
          <a:endParaRPr lang="en-US"/>
        </a:p>
      </dgm:t>
    </dgm:pt>
    <dgm:pt modelId="{4DBBAB4A-FBE7-4C5E-80BE-73321BD05159}" type="parTrans" cxnId="{FEC77AB8-2452-4994-B44A-6646B629135B}">
      <dgm:prSet/>
      <dgm:spPr/>
      <dgm:t>
        <a:bodyPr/>
        <a:lstStyle/>
        <a:p>
          <a:endParaRPr lang="en-US"/>
        </a:p>
      </dgm:t>
    </dgm:pt>
    <dgm:pt modelId="{D0C28C47-3E89-40F7-B195-7AFD1B23093C}" type="sibTrans" cxnId="{FEC77AB8-2452-4994-B44A-6646B629135B}">
      <dgm:prSet/>
      <dgm:spPr/>
      <dgm:t>
        <a:bodyPr/>
        <a:lstStyle/>
        <a:p>
          <a:endParaRPr lang="en-US"/>
        </a:p>
      </dgm:t>
    </dgm:pt>
    <dgm:pt modelId="{EC02D724-6E8C-4F8A-AA71-5803D8358EF5}" type="pres">
      <dgm:prSet presAssocID="{83B558F0-992D-463E-B73D-07B19DF8F532}" presName="Name0" presStyleCnt="0">
        <dgm:presLayoutVars>
          <dgm:dir/>
          <dgm:animLvl val="lvl"/>
          <dgm:resizeHandles val="exact"/>
        </dgm:presLayoutVars>
      </dgm:prSet>
      <dgm:spPr/>
    </dgm:pt>
    <dgm:pt modelId="{4F9762D6-E04E-4551-89EA-41E7711693E9}" type="pres">
      <dgm:prSet presAssocID="{92287B02-12E6-4F8A-8B31-BE3AC9B7A0F9}" presName="composite" presStyleCnt="0"/>
      <dgm:spPr/>
    </dgm:pt>
    <dgm:pt modelId="{9E67D045-3C7C-49F3-81DC-1F1C807F5589}" type="pres">
      <dgm:prSet presAssocID="{92287B02-12E6-4F8A-8B31-BE3AC9B7A0F9}" presName="parTx" presStyleLbl="alignNode1" presStyleIdx="0" presStyleCnt="4">
        <dgm:presLayoutVars>
          <dgm:chMax val="0"/>
          <dgm:chPref val="0"/>
          <dgm:bulletEnabled val="1"/>
        </dgm:presLayoutVars>
      </dgm:prSet>
      <dgm:spPr/>
    </dgm:pt>
    <dgm:pt modelId="{856FEDC8-A7ED-4ED7-85AC-FD3E53C6C193}" type="pres">
      <dgm:prSet presAssocID="{92287B02-12E6-4F8A-8B31-BE3AC9B7A0F9}" presName="desTx" presStyleLbl="alignAccFollowNode1" presStyleIdx="0" presStyleCnt="4">
        <dgm:presLayoutVars>
          <dgm:bulletEnabled val="1"/>
        </dgm:presLayoutVars>
      </dgm:prSet>
      <dgm:spPr/>
    </dgm:pt>
    <dgm:pt modelId="{76B6A5C5-F7EC-4E84-922B-2B8D81953121}" type="pres">
      <dgm:prSet presAssocID="{09F87363-8636-45F1-92C0-B19DF2A015DC}" presName="space" presStyleCnt="0"/>
      <dgm:spPr/>
    </dgm:pt>
    <dgm:pt modelId="{4132E3D3-2C02-4E3F-B502-E61A2BC43E10}" type="pres">
      <dgm:prSet presAssocID="{6C82E37B-4B7F-4548-97E9-672DD5321FC2}" presName="composite" presStyleCnt="0"/>
      <dgm:spPr/>
    </dgm:pt>
    <dgm:pt modelId="{E01FBFE5-D452-4186-9216-A363E5D03ABE}" type="pres">
      <dgm:prSet presAssocID="{6C82E37B-4B7F-4548-97E9-672DD5321FC2}" presName="parTx" presStyleLbl="alignNode1" presStyleIdx="1" presStyleCnt="4">
        <dgm:presLayoutVars>
          <dgm:chMax val="0"/>
          <dgm:chPref val="0"/>
          <dgm:bulletEnabled val="1"/>
        </dgm:presLayoutVars>
      </dgm:prSet>
      <dgm:spPr/>
    </dgm:pt>
    <dgm:pt modelId="{204A04DC-9C85-45FE-B655-31238B6FD96D}" type="pres">
      <dgm:prSet presAssocID="{6C82E37B-4B7F-4548-97E9-672DD5321FC2}" presName="desTx" presStyleLbl="alignAccFollowNode1" presStyleIdx="1" presStyleCnt="4">
        <dgm:presLayoutVars>
          <dgm:bulletEnabled val="1"/>
        </dgm:presLayoutVars>
      </dgm:prSet>
      <dgm:spPr/>
    </dgm:pt>
    <dgm:pt modelId="{B84645EE-6252-4EFA-BEAC-2040AAE155C7}" type="pres">
      <dgm:prSet presAssocID="{27B2CDA5-E84D-4C0A-83DC-87C14F62011D}" presName="space" presStyleCnt="0"/>
      <dgm:spPr/>
    </dgm:pt>
    <dgm:pt modelId="{86104A8F-5EC7-4CAB-81C4-C1B2ED3D1D2E}" type="pres">
      <dgm:prSet presAssocID="{3BEC7BDF-0AAF-45A7-AFA9-D524428B1348}" presName="composite" presStyleCnt="0"/>
      <dgm:spPr/>
    </dgm:pt>
    <dgm:pt modelId="{61E8CC79-FB2B-41E6-9398-6BD5DFA11EFB}" type="pres">
      <dgm:prSet presAssocID="{3BEC7BDF-0AAF-45A7-AFA9-D524428B1348}" presName="parTx" presStyleLbl="alignNode1" presStyleIdx="2" presStyleCnt="4">
        <dgm:presLayoutVars>
          <dgm:chMax val="0"/>
          <dgm:chPref val="0"/>
          <dgm:bulletEnabled val="1"/>
        </dgm:presLayoutVars>
      </dgm:prSet>
      <dgm:spPr/>
    </dgm:pt>
    <dgm:pt modelId="{9193453F-FF36-4A34-957A-213379F00B80}" type="pres">
      <dgm:prSet presAssocID="{3BEC7BDF-0AAF-45A7-AFA9-D524428B1348}" presName="desTx" presStyleLbl="alignAccFollowNode1" presStyleIdx="2" presStyleCnt="4">
        <dgm:presLayoutVars>
          <dgm:bulletEnabled val="1"/>
        </dgm:presLayoutVars>
      </dgm:prSet>
      <dgm:spPr/>
    </dgm:pt>
    <dgm:pt modelId="{0BF20C27-FC3C-4634-B76A-3EDB56A909E4}" type="pres">
      <dgm:prSet presAssocID="{3A6565A7-BABC-41F6-85BB-CE7F302FBDF7}" presName="space" presStyleCnt="0"/>
      <dgm:spPr/>
    </dgm:pt>
    <dgm:pt modelId="{36921F2D-C4DB-493C-8B9E-084893DC97A7}" type="pres">
      <dgm:prSet presAssocID="{9DF87B3C-9925-4B20-905A-6A89E91026A5}" presName="composite" presStyleCnt="0"/>
      <dgm:spPr/>
    </dgm:pt>
    <dgm:pt modelId="{67AC5A64-0A25-4196-AF9C-EDDA2F18B3B1}" type="pres">
      <dgm:prSet presAssocID="{9DF87B3C-9925-4B20-905A-6A89E91026A5}" presName="parTx" presStyleLbl="alignNode1" presStyleIdx="3" presStyleCnt="4">
        <dgm:presLayoutVars>
          <dgm:chMax val="0"/>
          <dgm:chPref val="0"/>
          <dgm:bulletEnabled val="1"/>
        </dgm:presLayoutVars>
      </dgm:prSet>
      <dgm:spPr/>
    </dgm:pt>
    <dgm:pt modelId="{F98A5158-DFA9-4572-B740-7BDDE913A6D2}" type="pres">
      <dgm:prSet presAssocID="{9DF87B3C-9925-4B20-905A-6A89E91026A5}" presName="desTx" presStyleLbl="alignAccFollowNode1" presStyleIdx="3" presStyleCnt="4">
        <dgm:presLayoutVars>
          <dgm:bulletEnabled val="1"/>
        </dgm:presLayoutVars>
      </dgm:prSet>
      <dgm:spPr/>
    </dgm:pt>
  </dgm:ptLst>
  <dgm:cxnLst>
    <dgm:cxn modelId="{672EFD01-C9D4-43CA-9C5E-8C8C9084265C}" srcId="{83B558F0-992D-463E-B73D-07B19DF8F532}" destId="{92287B02-12E6-4F8A-8B31-BE3AC9B7A0F9}" srcOrd="0" destOrd="0" parTransId="{050087ED-00A7-48A7-8F1C-7A8C341A6D1D}" sibTransId="{09F87363-8636-45F1-92C0-B19DF2A015DC}"/>
    <dgm:cxn modelId="{22532103-F965-4704-BB7D-59F7CE99FA86}" srcId="{92287B02-12E6-4F8A-8B31-BE3AC9B7A0F9}" destId="{6E87F73E-80F2-4914-8DB0-3AD9540024BB}" srcOrd="1" destOrd="0" parTransId="{6035F70B-03E3-43DD-9B29-A6AA3977CECF}" sibTransId="{D96C819A-9FE4-4507-9445-34CA270B902A}"/>
    <dgm:cxn modelId="{78606E0F-A4D9-4185-901B-2F992CB7F598}" srcId="{3BEC7BDF-0AAF-45A7-AFA9-D524428B1348}" destId="{9A9D75FD-523E-41A3-A2CA-B279B38A6867}" srcOrd="2" destOrd="0" parTransId="{780A8F27-845C-427D-AA99-65A6679B961A}" sibTransId="{030A903A-2C9A-4274-ACFF-61D4B8668638}"/>
    <dgm:cxn modelId="{82FECC14-4C70-4A04-9783-4F7078456180}" type="presOf" srcId="{6E87F73E-80F2-4914-8DB0-3AD9540024BB}" destId="{856FEDC8-A7ED-4ED7-85AC-FD3E53C6C193}" srcOrd="0" destOrd="1" presId="urn:microsoft.com/office/officeart/2005/8/layout/hList1"/>
    <dgm:cxn modelId="{E5527E17-0022-40C1-B20D-9C6542FD6274}" srcId="{3BEC7BDF-0AAF-45A7-AFA9-D524428B1348}" destId="{1BCAA0A4-BDFC-424F-BF60-53E494912303}" srcOrd="1" destOrd="0" parTransId="{EC17DEC8-CBFB-4388-90DB-777E914DFE2B}" sibTransId="{279B9F52-F39A-485F-A8F6-E37120FFFFC5}"/>
    <dgm:cxn modelId="{45A0F11A-80DD-4852-A889-56C7D2F766E4}" srcId="{92287B02-12E6-4F8A-8B31-BE3AC9B7A0F9}" destId="{EE8C7579-C4A5-4D20-AA09-697BC83B71CC}" srcOrd="0" destOrd="0" parTransId="{69FF0A72-C8AD-4565-8999-F18E007CE3E2}" sibTransId="{EDE92DA3-A345-433B-8041-B4E7A64759E8}"/>
    <dgm:cxn modelId="{9A94D41B-AFDD-4FB5-9D32-99BAC4D4AD83}" type="presOf" srcId="{92287B02-12E6-4F8A-8B31-BE3AC9B7A0F9}" destId="{9E67D045-3C7C-49F3-81DC-1F1C807F5589}" srcOrd="0" destOrd="0" presId="urn:microsoft.com/office/officeart/2005/8/layout/hList1"/>
    <dgm:cxn modelId="{78756A30-67CE-4ED7-BF6A-2B06D4297572}" srcId="{6C82E37B-4B7F-4548-97E9-672DD5321FC2}" destId="{767CA7AF-65F4-433A-9AF8-48A104EB6D88}" srcOrd="1" destOrd="0" parTransId="{33A906BC-7F1B-4687-B7B9-5D7CD7179B31}" sibTransId="{7463721D-7E35-4CF2-978B-FA9007326FC9}"/>
    <dgm:cxn modelId="{A8208D31-2952-4ED8-A324-C61598B7749A}" type="presOf" srcId="{767CA7AF-65F4-433A-9AF8-48A104EB6D88}" destId="{204A04DC-9C85-45FE-B655-31238B6FD96D}" srcOrd="0" destOrd="1" presId="urn:microsoft.com/office/officeart/2005/8/layout/hList1"/>
    <dgm:cxn modelId="{A87B6536-3DDE-4F9F-836B-64C0706F0FB8}" type="presOf" srcId="{9A9D75FD-523E-41A3-A2CA-B279B38A6867}" destId="{9193453F-FF36-4A34-957A-213379F00B80}" srcOrd="0" destOrd="2" presId="urn:microsoft.com/office/officeart/2005/8/layout/hList1"/>
    <dgm:cxn modelId="{B12E9643-1976-40C1-BA2B-BBD960667BA9}" type="presOf" srcId="{6C82E37B-4B7F-4548-97E9-672DD5321FC2}" destId="{E01FBFE5-D452-4186-9216-A363E5D03ABE}" srcOrd="0" destOrd="0" presId="urn:microsoft.com/office/officeart/2005/8/layout/hList1"/>
    <dgm:cxn modelId="{54D95A67-9139-4F39-A351-CE84F1729B35}" srcId="{83B558F0-992D-463E-B73D-07B19DF8F532}" destId="{9DF87B3C-9925-4B20-905A-6A89E91026A5}" srcOrd="3" destOrd="0" parTransId="{BAE155D3-F661-4F50-8D93-5F4DD7F5E645}" sibTransId="{9D3459B1-DBF5-4A8C-8BED-B637B44D3B08}"/>
    <dgm:cxn modelId="{08578F51-789D-434C-9472-2D4FAF34673C}" srcId="{6C82E37B-4B7F-4548-97E9-672DD5321FC2}" destId="{583E05EC-80EB-4584-96F9-1BB36FD46A93}" srcOrd="0" destOrd="0" parTransId="{AD28A54D-BB4C-4ADF-964C-5EA2AE8C5E72}" sibTransId="{90A23E0E-D08A-4C9F-B431-6C18CAFFBEE5}"/>
    <dgm:cxn modelId="{FCA78075-89AD-4476-9E81-C1B67F562C99}" type="presOf" srcId="{C21B9C1D-A111-4487-BF6E-D2310E59FBFE}" destId="{F98A5158-DFA9-4572-B740-7BDDE913A6D2}" srcOrd="0" destOrd="0" presId="urn:microsoft.com/office/officeart/2005/8/layout/hList1"/>
    <dgm:cxn modelId="{1274427A-F61B-4EAE-9304-598F75444A56}" srcId="{83B558F0-992D-463E-B73D-07B19DF8F532}" destId="{3BEC7BDF-0AAF-45A7-AFA9-D524428B1348}" srcOrd="2" destOrd="0" parTransId="{F1B0FF8E-2D05-445B-893B-34CD1C07CEEF}" sibTransId="{3A6565A7-BABC-41F6-85BB-CE7F302FBDF7}"/>
    <dgm:cxn modelId="{E008E59F-92A1-48D7-91CA-D0F8E879C742}" type="presOf" srcId="{83B558F0-992D-463E-B73D-07B19DF8F532}" destId="{EC02D724-6E8C-4F8A-AA71-5803D8358EF5}" srcOrd="0" destOrd="0" presId="urn:microsoft.com/office/officeart/2005/8/layout/hList1"/>
    <dgm:cxn modelId="{A58D44A0-7F32-4EF0-94E2-D2F6D9FF93B9}" srcId="{9DF87B3C-9925-4B20-905A-6A89E91026A5}" destId="{C21B9C1D-A111-4487-BF6E-D2310E59FBFE}" srcOrd="0" destOrd="0" parTransId="{AFB557ED-F249-4031-B65B-7B6D79B4AB65}" sibTransId="{E7A4ED85-585F-4D42-B66E-B5C8E51C513E}"/>
    <dgm:cxn modelId="{AE1B92B1-F8BD-4682-8A25-50283955A915}" type="presOf" srcId="{3BEC7BDF-0AAF-45A7-AFA9-D524428B1348}" destId="{61E8CC79-FB2B-41E6-9398-6BD5DFA11EFB}" srcOrd="0" destOrd="0" presId="urn:microsoft.com/office/officeart/2005/8/layout/hList1"/>
    <dgm:cxn modelId="{FEC77AB8-2452-4994-B44A-6646B629135B}" srcId="{9DF87B3C-9925-4B20-905A-6A89E91026A5}" destId="{875446A6-623C-4ECF-946A-222B02CE75C8}" srcOrd="1" destOrd="0" parTransId="{4DBBAB4A-FBE7-4C5E-80BE-73321BD05159}" sibTransId="{D0C28C47-3E89-40F7-B195-7AFD1B23093C}"/>
    <dgm:cxn modelId="{2CFA2ED9-196C-4961-B197-896F255055D5}" type="presOf" srcId="{9DF87B3C-9925-4B20-905A-6A89E91026A5}" destId="{67AC5A64-0A25-4196-AF9C-EDDA2F18B3B1}" srcOrd="0" destOrd="0" presId="urn:microsoft.com/office/officeart/2005/8/layout/hList1"/>
    <dgm:cxn modelId="{C5E537DE-2F26-493C-95C5-BC748A53E1F8}" type="presOf" srcId="{1BCAA0A4-BDFC-424F-BF60-53E494912303}" destId="{9193453F-FF36-4A34-957A-213379F00B80}" srcOrd="0" destOrd="1" presId="urn:microsoft.com/office/officeart/2005/8/layout/hList1"/>
    <dgm:cxn modelId="{80C4A2DF-F046-4E60-A949-D99E2E0FC726}" type="presOf" srcId="{875446A6-623C-4ECF-946A-222B02CE75C8}" destId="{F98A5158-DFA9-4572-B740-7BDDE913A6D2}" srcOrd="0" destOrd="1" presId="urn:microsoft.com/office/officeart/2005/8/layout/hList1"/>
    <dgm:cxn modelId="{FEF6ACF0-9227-4104-B406-1CB02CF3F89E}" type="presOf" srcId="{EE8C7579-C4A5-4D20-AA09-697BC83B71CC}" destId="{856FEDC8-A7ED-4ED7-85AC-FD3E53C6C193}" srcOrd="0" destOrd="0" presId="urn:microsoft.com/office/officeart/2005/8/layout/hList1"/>
    <dgm:cxn modelId="{19C2CEF1-6D9E-4675-B007-0CEC7ADF2405}" type="presOf" srcId="{D0EF6665-9C55-44E1-B687-71801BB33636}" destId="{9193453F-FF36-4A34-957A-213379F00B80}" srcOrd="0" destOrd="0" presId="urn:microsoft.com/office/officeart/2005/8/layout/hList1"/>
    <dgm:cxn modelId="{8B36FBF6-D3BD-4CFE-BE34-E7504456E6CC}" srcId="{83B558F0-992D-463E-B73D-07B19DF8F532}" destId="{6C82E37B-4B7F-4548-97E9-672DD5321FC2}" srcOrd="1" destOrd="0" parTransId="{6CFC2B90-3C11-4466-8A1B-16E10E967BEF}" sibTransId="{27B2CDA5-E84D-4C0A-83DC-87C14F62011D}"/>
    <dgm:cxn modelId="{16905FF8-41DC-4684-A73F-D3776BEA666F}" type="presOf" srcId="{583E05EC-80EB-4584-96F9-1BB36FD46A93}" destId="{204A04DC-9C85-45FE-B655-31238B6FD96D}" srcOrd="0" destOrd="0" presId="urn:microsoft.com/office/officeart/2005/8/layout/hList1"/>
    <dgm:cxn modelId="{4A9ADAF8-7D3C-4E28-BE4F-0EA2038FE06A}" srcId="{3BEC7BDF-0AAF-45A7-AFA9-D524428B1348}" destId="{D0EF6665-9C55-44E1-B687-71801BB33636}" srcOrd="0" destOrd="0" parTransId="{3A4428D6-99B8-46B5-982B-5DCE066251D0}" sibTransId="{CEB02896-5BE3-48A6-90C4-4FC0DB8A1C8A}"/>
    <dgm:cxn modelId="{0A03F19A-D560-4F85-9D8B-1ECD491CEB0E}" type="presParOf" srcId="{EC02D724-6E8C-4F8A-AA71-5803D8358EF5}" destId="{4F9762D6-E04E-4551-89EA-41E7711693E9}" srcOrd="0" destOrd="0" presId="urn:microsoft.com/office/officeart/2005/8/layout/hList1"/>
    <dgm:cxn modelId="{9AB3A274-70C2-4040-BBBC-3CD6E05DF737}" type="presParOf" srcId="{4F9762D6-E04E-4551-89EA-41E7711693E9}" destId="{9E67D045-3C7C-49F3-81DC-1F1C807F5589}" srcOrd="0" destOrd="0" presId="urn:microsoft.com/office/officeart/2005/8/layout/hList1"/>
    <dgm:cxn modelId="{F04D73D4-A31E-48ED-8C48-59443B199FC0}" type="presParOf" srcId="{4F9762D6-E04E-4551-89EA-41E7711693E9}" destId="{856FEDC8-A7ED-4ED7-85AC-FD3E53C6C193}" srcOrd="1" destOrd="0" presId="urn:microsoft.com/office/officeart/2005/8/layout/hList1"/>
    <dgm:cxn modelId="{3A3D2721-C9D8-4D2A-8D8E-05283C173388}" type="presParOf" srcId="{EC02D724-6E8C-4F8A-AA71-5803D8358EF5}" destId="{76B6A5C5-F7EC-4E84-922B-2B8D81953121}" srcOrd="1" destOrd="0" presId="urn:microsoft.com/office/officeart/2005/8/layout/hList1"/>
    <dgm:cxn modelId="{B6AA5D9D-3096-4D48-8A0D-B12F8806B0EE}" type="presParOf" srcId="{EC02D724-6E8C-4F8A-AA71-5803D8358EF5}" destId="{4132E3D3-2C02-4E3F-B502-E61A2BC43E10}" srcOrd="2" destOrd="0" presId="urn:microsoft.com/office/officeart/2005/8/layout/hList1"/>
    <dgm:cxn modelId="{EFA18801-294B-451F-9A43-00A74CC4D638}" type="presParOf" srcId="{4132E3D3-2C02-4E3F-B502-E61A2BC43E10}" destId="{E01FBFE5-D452-4186-9216-A363E5D03ABE}" srcOrd="0" destOrd="0" presId="urn:microsoft.com/office/officeart/2005/8/layout/hList1"/>
    <dgm:cxn modelId="{3EF967A1-6B3A-46C8-819B-510365BBE31C}" type="presParOf" srcId="{4132E3D3-2C02-4E3F-B502-E61A2BC43E10}" destId="{204A04DC-9C85-45FE-B655-31238B6FD96D}" srcOrd="1" destOrd="0" presId="urn:microsoft.com/office/officeart/2005/8/layout/hList1"/>
    <dgm:cxn modelId="{3CC50756-09D1-4802-B36E-5FDD9AF5B8F8}" type="presParOf" srcId="{EC02D724-6E8C-4F8A-AA71-5803D8358EF5}" destId="{B84645EE-6252-4EFA-BEAC-2040AAE155C7}" srcOrd="3" destOrd="0" presId="urn:microsoft.com/office/officeart/2005/8/layout/hList1"/>
    <dgm:cxn modelId="{AE44B80D-E78C-4838-AF35-0933A67F8217}" type="presParOf" srcId="{EC02D724-6E8C-4F8A-AA71-5803D8358EF5}" destId="{86104A8F-5EC7-4CAB-81C4-C1B2ED3D1D2E}" srcOrd="4" destOrd="0" presId="urn:microsoft.com/office/officeart/2005/8/layout/hList1"/>
    <dgm:cxn modelId="{8CB6CC41-FFF8-439D-8337-A8B1DF017417}" type="presParOf" srcId="{86104A8F-5EC7-4CAB-81C4-C1B2ED3D1D2E}" destId="{61E8CC79-FB2B-41E6-9398-6BD5DFA11EFB}" srcOrd="0" destOrd="0" presId="urn:microsoft.com/office/officeart/2005/8/layout/hList1"/>
    <dgm:cxn modelId="{EF3028D2-C065-4C9F-AB9D-E66528594CB3}" type="presParOf" srcId="{86104A8F-5EC7-4CAB-81C4-C1B2ED3D1D2E}" destId="{9193453F-FF36-4A34-957A-213379F00B80}" srcOrd="1" destOrd="0" presId="urn:microsoft.com/office/officeart/2005/8/layout/hList1"/>
    <dgm:cxn modelId="{0C42082A-CA37-4311-A20D-B675FBBDD086}" type="presParOf" srcId="{EC02D724-6E8C-4F8A-AA71-5803D8358EF5}" destId="{0BF20C27-FC3C-4634-B76A-3EDB56A909E4}" srcOrd="5" destOrd="0" presId="urn:microsoft.com/office/officeart/2005/8/layout/hList1"/>
    <dgm:cxn modelId="{82AB8755-A30C-44B9-A182-4985B0FCA6D6}" type="presParOf" srcId="{EC02D724-6E8C-4F8A-AA71-5803D8358EF5}" destId="{36921F2D-C4DB-493C-8B9E-084893DC97A7}" srcOrd="6" destOrd="0" presId="urn:microsoft.com/office/officeart/2005/8/layout/hList1"/>
    <dgm:cxn modelId="{345CB448-9AD5-4816-AC5E-A4BF6924AC82}" type="presParOf" srcId="{36921F2D-C4DB-493C-8B9E-084893DC97A7}" destId="{67AC5A64-0A25-4196-AF9C-EDDA2F18B3B1}" srcOrd="0" destOrd="0" presId="urn:microsoft.com/office/officeart/2005/8/layout/hList1"/>
    <dgm:cxn modelId="{3A4E2250-1500-4C93-BF76-E3A9E20DB9DE}" type="presParOf" srcId="{36921F2D-C4DB-493C-8B9E-084893DC97A7}" destId="{F98A5158-DFA9-4572-B740-7BDDE913A6D2}"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7D87B7ED-D9F3-4250-B916-F568E023E6C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4043A6B-804A-4A9C-9FBA-06A9D48589E8}">
      <dgm:prSet/>
      <dgm:spPr/>
      <dgm:t>
        <a:bodyPr/>
        <a:lstStyle/>
        <a:p>
          <a:pPr>
            <a:lnSpc>
              <a:spcPct val="100000"/>
            </a:lnSpc>
          </a:pPr>
          <a:r>
            <a:rPr lang="en-US" b="0" i="0" baseline="0"/>
            <a:t>Unified real-time diagnostics &amp; secure OTA over CAN in a single system</a:t>
          </a:r>
          <a:endParaRPr lang="en-US"/>
        </a:p>
      </dgm:t>
    </dgm:pt>
    <dgm:pt modelId="{81CC7946-810F-41ED-ABAB-43606560CED3}" type="parTrans" cxnId="{C607FDF9-F141-4A15-B6A4-95F6BD95821A}">
      <dgm:prSet/>
      <dgm:spPr/>
      <dgm:t>
        <a:bodyPr/>
        <a:lstStyle/>
        <a:p>
          <a:endParaRPr lang="en-US"/>
        </a:p>
      </dgm:t>
    </dgm:pt>
    <dgm:pt modelId="{79B90F09-3DB7-47C0-B16C-D44D2119E49E}" type="sibTrans" cxnId="{C607FDF9-F141-4A15-B6A4-95F6BD95821A}">
      <dgm:prSet/>
      <dgm:spPr/>
      <dgm:t>
        <a:bodyPr/>
        <a:lstStyle/>
        <a:p>
          <a:endParaRPr lang="en-US"/>
        </a:p>
      </dgm:t>
    </dgm:pt>
    <dgm:pt modelId="{AEDB561D-A527-45BE-A482-DF7CDC40D28E}">
      <dgm:prSet/>
      <dgm:spPr/>
      <dgm:t>
        <a:bodyPr/>
        <a:lstStyle/>
        <a:p>
          <a:pPr>
            <a:lnSpc>
              <a:spcPct val="100000"/>
            </a:lnSpc>
          </a:pPr>
          <a:r>
            <a:rPr lang="en-US" b="0" i="0" baseline="0"/>
            <a:t>Deterministic control (&lt;2 ms) and rapid firmware updates (~0.54 s)</a:t>
          </a:r>
          <a:endParaRPr lang="en-US"/>
        </a:p>
      </dgm:t>
    </dgm:pt>
    <dgm:pt modelId="{DCAD06DA-26E8-477E-A363-C9A67C25EDA5}" type="parTrans" cxnId="{160E167C-4BB1-4AB5-BB89-B409FAE33184}">
      <dgm:prSet/>
      <dgm:spPr/>
      <dgm:t>
        <a:bodyPr/>
        <a:lstStyle/>
        <a:p>
          <a:endParaRPr lang="en-US"/>
        </a:p>
      </dgm:t>
    </dgm:pt>
    <dgm:pt modelId="{9FA4F1FD-5C40-4FB2-848F-88144E148E80}" type="sibTrans" cxnId="{160E167C-4BB1-4AB5-BB89-B409FAE33184}">
      <dgm:prSet/>
      <dgm:spPr/>
      <dgm:t>
        <a:bodyPr/>
        <a:lstStyle/>
        <a:p>
          <a:endParaRPr lang="en-US"/>
        </a:p>
      </dgm:t>
    </dgm:pt>
    <dgm:pt modelId="{3FFA3D6F-031F-458E-BAB2-29DDBD8DC6A6}">
      <dgm:prSet/>
      <dgm:spPr/>
      <dgm:t>
        <a:bodyPr/>
        <a:lstStyle/>
        <a:p>
          <a:pPr>
            <a:lnSpc>
              <a:spcPct val="100000"/>
            </a:lnSpc>
          </a:pPr>
          <a:r>
            <a:rPr lang="en-US" b="0" i="0" baseline="0"/>
            <a:t>RSA-protected, fail-safe updates with automatic rollback</a:t>
          </a:r>
          <a:endParaRPr lang="en-US"/>
        </a:p>
      </dgm:t>
    </dgm:pt>
    <dgm:pt modelId="{9017BBDC-74B8-455E-83B2-6785736F4BA8}" type="parTrans" cxnId="{2F95C627-8398-41E4-8537-0374C646F9E7}">
      <dgm:prSet/>
      <dgm:spPr/>
      <dgm:t>
        <a:bodyPr/>
        <a:lstStyle/>
        <a:p>
          <a:endParaRPr lang="en-US"/>
        </a:p>
      </dgm:t>
    </dgm:pt>
    <dgm:pt modelId="{FF467470-D6E8-4B21-B1DC-C410B16AB658}" type="sibTrans" cxnId="{2F95C627-8398-41E4-8537-0374C646F9E7}">
      <dgm:prSet/>
      <dgm:spPr/>
      <dgm:t>
        <a:bodyPr/>
        <a:lstStyle/>
        <a:p>
          <a:endParaRPr lang="en-US"/>
        </a:p>
      </dgm:t>
    </dgm:pt>
    <dgm:pt modelId="{C97327E0-1A7E-4C0A-AC4E-0D58738B7D2A}">
      <dgm:prSet/>
      <dgm:spPr/>
      <dgm:t>
        <a:bodyPr/>
        <a:lstStyle/>
        <a:p>
          <a:pPr>
            <a:lnSpc>
              <a:spcPct val="100000"/>
            </a:lnSpc>
          </a:pPr>
          <a:r>
            <a:rPr lang="en-US" b="0" i="0" baseline="0"/>
            <a:t>Intuitive web dashboard removes need for workshop visits</a:t>
          </a:r>
          <a:endParaRPr lang="en-US"/>
        </a:p>
      </dgm:t>
    </dgm:pt>
    <dgm:pt modelId="{3820C6E1-D10F-4D27-91DC-D7B7F32C0EBC}" type="parTrans" cxnId="{47FE7202-1504-4AF7-9452-CE1B53F9BB54}">
      <dgm:prSet/>
      <dgm:spPr/>
      <dgm:t>
        <a:bodyPr/>
        <a:lstStyle/>
        <a:p>
          <a:endParaRPr lang="en-US"/>
        </a:p>
      </dgm:t>
    </dgm:pt>
    <dgm:pt modelId="{8EA91710-A264-4C1E-A5B9-52B3CB7A7F2C}" type="sibTrans" cxnId="{47FE7202-1504-4AF7-9452-CE1B53F9BB54}">
      <dgm:prSet/>
      <dgm:spPr/>
      <dgm:t>
        <a:bodyPr/>
        <a:lstStyle/>
        <a:p>
          <a:endParaRPr lang="en-US"/>
        </a:p>
      </dgm:t>
    </dgm:pt>
    <dgm:pt modelId="{43757597-9214-4A3D-B7F4-A807C146BC51}" type="pres">
      <dgm:prSet presAssocID="{7D87B7ED-D9F3-4250-B916-F568E023E6CB}" presName="root" presStyleCnt="0">
        <dgm:presLayoutVars>
          <dgm:dir/>
          <dgm:resizeHandles val="exact"/>
        </dgm:presLayoutVars>
      </dgm:prSet>
      <dgm:spPr/>
    </dgm:pt>
    <dgm:pt modelId="{A55D6588-7C02-43DE-882A-45C3D9968E7A}" type="pres">
      <dgm:prSet presAssocID="{54043A6B-804A-4A9C-9FBA-06A9D48589E8}" presName="compNode" presStyleCnt="0"/>
      <dgm:spPr/>
    </dgm:pt>
    <dgm:pt modelId="{B72401AF-8FED-4ADA-8E91-2220274E754D}" type="pres">
      <dgm:prSet presAssocID="{54043A6B-804A-4A9C-9FBA-06A9D48589E8}" presName="bgRect" presStyleLbl="bgShp" presStyleIdx="0" presStyleCnt="4"/>
      <dgm:spPr/>
    </dgm:pt>
    <dgm:pt modelId="{AD1BB084-1B67-4C47-A2BF-B80CEDE80299}" type="pres">
      <dgm:prSet presAssocID="{54043A6B-804A-4A9C-9FBA-06A9D48589E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cessor"/>
        </a:ext>
      </dgm:extLst>
    </dgm:pt>
    <dgm:pt modelId="{6AA9EA49-9321-4616-8267-0260C668AEB4}" type="pres">
      <dgm:prSet presAssocID="{54043A6B-804A-4A9C-9FBA-06A9D48589E8}" presName="spaceRect" presStyleCnt="0"/>
      <dgm:spPr/>
    </dgm:pt>
    <dgm:pt modelId="{3DA0162B-A076-4C48-B8DC-259278217BD9}" type="pres">
      <dgm:prSet presAssocID="{54043A6B-804A-4A9C-9FBA-06A9D48589E8}" presName="parTx" presStyleLbl="revTx" presStyleIdx="0" presStyleCnt="4">
        <dgm:presLayoutVars>
          <dgm:chMax val="0"/>
          <dgm:chPref val="0"/>
        </dgm:presLayoutVars>
      </dgm:prSet>
      <dgm:spPr/>
    </dgm:pt>
    <dgm:pt modelId="{6E1AF346-3E46-4977-BCFA-7FE7027182D3}" type="pres">
      <dgm:prSet presAssocID="{79B90F09-3DB7-47C0-B16C-D44D2119E49E}" presName="sibTrans" presStyleCnt="0"/>
      <dgm:spPr/>
    </dgm:pt>
    <dgm:pt modelId="{409B26B5-9448-4532-AA8A-ECAE66AB48C4}" type="pres">
      <dgm:prSet presAssocID="{AEDB561D-A527-45BE-A482-DF7CDC40D28E}" presName="compNode" presStyleCnt="0"/>
      <dgm:spPr/>
    </dgm:pt>
    <dgm:pt modelId="{29D5D7F5-936C-406E-81AF-496B50134B32}" type="pres">
      <dgm:prSet presAssocID="{AEDB561D-A527-45BE-A482-DF7CDC40D28E}" presName="bgRect" presStyleLbl="bgShp" presStyleIdx="1" presStyleCnt="4"/>
      <dgm:spPr/>
    </dgm:pt>
    <dgm:pt modelId="{F0BBB831-D4DB-4A5F-88EF-074F66E7426E}" type="pres">
      <dgm:prSet presAssocID="{AEDB561D-A527-45BE-A482-DF7CDC40D28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tabase"/>
        </a:ext>
      </dgm:extLst>
    </dgm:pt>
    <dgm:pt modelId="{B52568C9-9628-4D9F-991B-7DDE1062A0F7}" type="pres">
      <dgm:prSet presAssocID="{AEDB561D-A527-45BE-A482-DF7CDC40D28E}" presName="spaceRect" presStyleCnt="0"/>
      <dgm:spPr/>
    </dgm:pt>
    <dgm:pt modelId="{E553D3DC-44F1-4984-9A5A-9146ED5A6F7D}" type="pres">
      <dgm:prSet presAssocID="{AEDB561D-A527-45BE-A482-DF7CDC40D28E}" presName="parTx" presStyleLbl="revTx" presStyleIdx="1" presStyleCnt="4">
        <dgm:presLayoutVars>
          <dgm:chMax val="0"/>
          <dgm:chPref val="0"/>
        </dgm:presLayoutVars>
      </dgm:prSet>
      <dgm:spPr/>
    </dgm:pt>
    <dgm:pt modelId="{B00D18D4-9904-4FF5-8926-48F8B708C4ED}" type="pres">
      <dgm:prSet presAssocID="{9FA4F1FD-5C40-4FB2-848F-88144E148E80}" presName="sibTrans" presStyleCnt="0"/>
      <dgm:spPr/>
    </dgm:pt>
    <dgm:pt modelId="{F1370019-FFFF-4FBE-A316-7D0B6EB7E131}" type="pres">
      <dgm:prSet presAssocID="{3FFA3D6F-031F-458E-BAB2-29DDBD8DC6A6}" presName="compNode" presStyleCnt="0"/>
      <dgm:spPr/>
    </dgm:pt>
    <dgm:pt modelId="{C64C44E4-AD08-407F-9E28-C4280AAB840B}" type="pres">
      <dgm:prSet presAssocID="{3FFA3D6F-031F-458E-BAB2-29DDBD8DC6A6}" presName="bgRect" presStyleLbl="bgShp" presStyleIdx="2" presStyleCnt="4"/>
      <dgm:spPr/>
    </dgm:pt>
    <dgm:pt modelId="{D59C3CB8-3B64-497A-B2F4-5E81D9BCE75B}" type="pres">
      <dgm:prSet presAssocID="{3FFA3D6F-031F-458E-BAB2-29DDBD8DC6A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isconnected"/>
        </a:ext>
      </dgm:extLst>
    </dgm:pt>
    <dgm:pt modelId="{0FC0A50E-AAEC-4971-954C-C3F14A01522A}" type="pres">
      <dgm:prSet presAssocID="{3FFA3D6F-031F-458E-BAB2-29DDBD8DC6A6}" presName="spaceRect" presStyleCnt="0"/>
      <dgm:spPr/>
    </dgm:pt>
    <dgm:pt modelId="{04404DBB-C771-40EB-BCA8-DCE03659842A}" type="pres">
      <dgm:prSet presAssocID="{3FFA3D6F-031F-458E-BAB2-29DDBD8DC6A6}" presName="parTx" presStyleLbl="revTx" presStyleIdx="2" presStyleCnt="4">
        <dgm:presLayoutVars>
          <dgm:chMax val="0"/>
          <dgm:chPref val="0"/>
        </dgm:presLayoutVars>
      </dgm:prSet>
      <dgm:spPr/>
    </dgm:pt>
    <dgm:pt modelId="{4E62CD3F-F9F8-426C-8A26-8811FBAEF07E}" type="pres">
      <dgm:prSet presAssocID="{FF467470-D6E8-4B21-B1DC-C410B16AB658}" presName="sibTrans" presStyleCnt="0"/>
      <dgm:spPr/>
    </dgm:pt>
    <dgm:pt modelId="{B41BE7FD-1FBB-4BBD-B27D-AD069A495C8A}" type="pres">
      <dgm:prSet presAssocID="{C97327E0-1A7E-4C0A-AC4E-0D58738B7D2A}" presName="compNode" presStyleCnt="0"/>
      <dgm:spPr/>
    </dgm:pt>
    <dgm:pt modelId="{C96F8535-06F0-4654-9459-89C270BF8D43}" type="pres">
      <dgm:prSet presAssocID="{C97327E0-1A7E-4C0A-AC4E-0D58738B7D2A}" presName="bgRect" presStyleLbl="bgShp" presStyleIdx="3" presStyleCnt="4"/>
      <dgm:spPr/>
    </dgm:pt>
    <dgm:pt modelId="{08789872-72B6-4B05-8C83-4572F2D4EF0C}" type="pres">
      <dgm:prSet presAssocID="{C97327E0-1A7E-4C0A-AC4E-0D58738B7D2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Gauge"/>
        </a:ext>
      </dgm:extLst>
    </dgm:pt>
    <dgm:pt modelId="{22A74795-6BC9-4547-B575-182F589F0D5B}" type="pres">
      <dgm:prSet presAssocID="{C97327E0-1A7E-4C0A-AC4E-0D58738B7D2A}" presName="spaceRect" presStyleCnt="0"/>
      <dgm:spPr/>
    </dgm:pt>
    <dgm:pt modelId="{4B95DD84-2F9D-4672-AB99-D8AF6D462F10}" type="pres">
      <dgm:prSet presAssocID="{C97327E0-1A7E-4C0A-AC4E-0D58738B7D2A}" presName="parTx" presStyleLbl="revTx" presStyleIdx="3" presStyleCnt="4">
        <dgm:presLayoutVars>
          <dgm:chMax val="0"/>
          <dgm:chPref val="0"/>
        </dgm:presLayoutVars>
      </dgm:prSet>
      <dgm:spPr/>
    </dgm:pt>
  </dgm:ptLst>
  <dgm:cxnLst>
    <dgm:cxn modelId="{47FE7202-1504-4AF7-9452-CE1B53F9BB54}" srcId="{7D87B7ED-D9F3-4250-B916-F568E023E6CB}" destId="{C97327E0-1A7E-4C0A-AC4E-0D58738B7D2A}" srcOrd="3" destOrd="0" parTransId="{3820C6E1-D10F-4D27-91DC-D7B7F32C0EBC}" sibTransId="{8EA91710-A264-4C1E-A5B9-52B3CB7A7F2C}"/>
    <dgm:cxn modelId="{2F95C627-8398-41E4-8537-0374C646F9E7}" srcId="{7D87B7ED-D9F3-4250-B916-F568E023E6CB}" destId="{3FFA3D6F-031F-458E-BAB2-29DDBD8DC6A6}" srcOrd="2" destOrd="0" parTransId="{9017BBDC-74B8-455E-83B2-6785736F4BA8}" sibTransId="{FF467470-D6E8-4B21-B1DC-C410B16AB658}"/>
    <dgm:cxn modelId="{A8DD2D6A-3819-4D15-8D47-C52FF41C4BB4}" type="presOf" srcId="{C97327E0-1A7E-4C0A-AC4E-0D58738B7D2A}" destId="{4B95DD84-2F9D-4672-AB99-D8AF6D462F10}" srcOrd="0" destOrd="0" presId="urn:microsoft.com/office/officeart/2018/2/layout/IconVerticalSolidList"/>
    <dgm:cxn modelId="{8004876E-AF8E-4C2E-9FBA-917191100BB3}" type="presOf" srcId="{54043A6B-804A-4A9C-9FBA-06A9D48589E8}" destId="{3DA0162B-A076-4C48-B8DC-259278217BD9}" srcOrd="0" destOrd="0" presId="urn:microsoft.com/office/officeart/2018/2/layout/IconVerticalSolidList"/>
    <dgm:cxn modelId="{160E167C-4BB1-4AB5-BB89-B409FAE33184}" srcId="{7D87B7ED-D9F3-4250-B916-F568E023E6CB}" destId="{AEDB561D-A527-45BE-A482-DF7CDC40D28E}" srcOrd="1" destOrd="0" parTransId="{DCAD06DA-26E8-477E-A363-C9A67C25EDA5}" sibTransId="{9FA4F1FD-5C40-4FB2-848F-88144E148E80}"/>
    <dgm:cxn modelId="{74780D97-7725-4FFC-A18F-E7C6F9C41E40}" type="presOf" srcId="{3FFA3D6F-031F-458E-BAB2-29DDBD8DC6A6}" destId="{04404DBB-C771-40EB-BCA8-DCE03659842A}" srcOrd="0" destOrd="0" presId="urn:microsoft.com/office/officeart/2018/2/layout/IconVerticalSolidList"/>
    <dgm:cxn modelId="{30B0FECB-46CD-494C-BD40-21F0BFFB1767}" type="presOf" srcId="{7D87B7ED-D9F3-4250-B916-F568E023E6CB}" destId="{43757597-9214-4A3D-B7F4-A807C146BC51}" srcOrd="0" destOrd="0" presId="urn:microsoft.com/office/officeart/2018/2/layout/IconVerticalSolidList"/>
    <dgm:cxn modelId="{4882EEDD-DFC5-4154-A80C-9A1034E24819}" type="presOf" srcId="{AEDB561D-A527-45BE-A482-DF7CDC40D28E}" destId="{E553D3DC-44F1-4984-9A5A-9146ED5A6F7D}" srcOrd="0" destOrd="0" presId="urn:microsoft.com/office/officeart/2018/2/layout/IconVerticalSolidList"/>
    <dgm:cxn modelId="{C607FDF9-F141-4A15-B6A4-95F6BD95821A}" srcId="{7D87B7ED-D9F3-4250-B916-F568E023E6CB}" destId="{54043A6B-804A-4A9C-9FBA-06A9D48589E8}" srcOrd="0" destOrd="0" parTransId="{81CC7946-810F-41ED-ABAB-43606560CED3}" sibTransId="{79B90F09-3DB7-47C0-B16C-D44D2119E49E}"/>
    <dgm:cxn modelId="{EF65A069-F7C8-44CB-A5B3-21E38CFAF07C}" type="presParOf" srcId="{43757597-9214-4A3D-B7F4-A807C146BC51}" destId="{A55D6588-7C02-43DE-882A-45C3D9968E7A}" srcOrd="0" destOrd="0" presId="urn:microsoft.com/office/officeart/2018/2/layout/IconVerticalSolidList"/>
    <dgm:cxn modelId="{81D4F7B1-4B85-425D-815E-0648CD29A79C}" type="presParOf" srcId="{A55D6588-7C02-43DE-882A-45C3D9968E7A}" destId="{B72401AF-8FED-4ADA-8E91-2220274E754D}" srcOrd="0" destOrd="0" presId="urn:microsoft.com/office/officeart/2018/2/layout/IconVerticalSolidList"/>
    <dgm:cxn modelId="{8CB28931-A7A9-46F4-86DA-087703EAB5DC}" type="presParOf" srcId="{A55D6588-7C02-43DE-882A-45C3D9968E7A}" destId="{AD1BB084-1B67-4C47-A2BF-B80CEDE80299}" srcOrd="1" destOrd="0" presId="urn:microsoft.com/office/officeart/2018/2/layout/IconVerticalSolidList"/>
    <dgm:cxn modelId="{12D09AC4-29A6-469E-AADC-EF427B8E38E1}" type="presParOf" srcId="{A55D6588-7C02-43DE-882A-45C3D9968E7A}" destId="{6AA9EA49-9321-4616-8267-0260C668AEB4}" srcOrd="2" destOrd="0" presId="urn:microsoft.com/office/officeart/2018/2/layout/IconVerticalSolidList"/>
    <dgm:cxn modelId="{B7BC64EC-874A-48C9-98F2-6177660CEFA4}" type="presParOf" srcId="{A55D6588-7C02-43DE-882A-45C3D9968E7A}" destId="{3DA0162B-A076-4C48-B8DC-259278217BD9}" srcOrd="3" destOrd="0" presId="urn:microsoft.com/office/officeart/2018/2/layout/IconVerticalSolidList"/>
    <dgm:cxn modelId="{8D1DA887-1002-4E93-AB2C-3C245A987D35}" type="presParOf" srcId="{43757597-9214-4A3D-B7F4-A807C146BC51}" destId="{6E1AF346-3E46-4977-BCFA-7FE7027182D3}" srcOrd="1" destOrd="0" presId="urn:microsoft.com/office/officeart/2018/2/layout/IconVerticalSolidList"/>
    <dgm:cxn modelId="{DDD2E079-4AC0-46B8-B745-0AB46EBC97D3}" type="presParOf" srcId="{43757597-9214-4A3D-B7F4-A807C146BC51}" destId="{409B26B5-9448-4532-AA8A-ECAE66AB48C4}" srcOrd="2" destOrd="0" presId="urn:microsoft.com/office/officeart/2018/2/layout/IconVerticalSolidList"/>
    <dgm:cxn modelId="{51B4EAAA-16C1-466C-92E1-314493C0009C}" type="presParOf" srcId="{409B26B5-9448-4532-AA8A-ECAE66AB48C4}" destId="{29D5D7F5-936C-406E-81AF-496B50134B32}" srcOrd="0" destOrd="0" presId="urn:microsoft.com/office/officeart/2018/2/layout/IconVerticalSolidList"/>
    <dgm:cxn modelId="{08090B07-C153-4089-8A06-7EEA7FBB6565}" type="presParOf" srcId="{409B26B5-9448-4532-AA8A-ECAE66AB48C4}" destId="{F0BBB831-D4DB-4A5F-88EF-074F66E7426E}" srcOrd="1" destOrd="0" presId="urn:microsoft.com/office/officeart/2018/2/layout/IconVerticalSolidList"/>
    <dgm:cxn modelId="{7FCD327F-4C01-4608-982F-5BEBFA73A2FA}" type="presParOf" srcId="{409B26B5-9448-4532-AA8A-ECAE66AB48C4}" destId="{B52568C9-9628-4D9F-991B-7DDE1062A0F7}" srcOrd="2" destOrd="0" presId="urn:microsoft.com/office/officeart/2018/2/layout/IconVerticalSolidList"/>
    <dgm:cxn modelId="{30AA330C-3133-4ABA-A7D2-F68851379F51}" type="presParOf" srcId="{409B26B5-9448-4532-AA8A-ECAE66AB48C4}" destId="{E553D3DC-44F1-4984-9A5A-9146ED5A6F7D}" srcOrd="3" destOrd="0" presId="urn:microsoft.com/office/officeart/2018/2/layout/IconVerticalSolidList"/>
    <dgm:cxn modelId="{5DC92840-8F7B-4CB8-8FD8-95B68FD4CEFE}" type="presParOf" srcId="{43757597-9214-4A3D-B7F4-A807C146BC51}" destId="{B00D18D4-9904-4FF5-8926-48F8B708C4ED}" srcOrd="3" destOrd="0" presId="urn:microsoft.com/office/officeart/2018/2/layout/IconVerticalSolidList"/>
    <dgm:cxn modelId="{02D4118A-530B-4167-BF73-5488B8A33849}" type="presParOf" srcId="{43757597-9214-4A3D-B7F4-A807C146BC51}" destId="{F1370019-FFFF-4FBE-A316-7D0B6EB7E131}" srcOrd="4" destOrd="0" presId="urn:microsoft.com/office/officeart/2018/2/layout/IconVerticalSolidList"/>
    <dgm:cxn modelId="{86E2F3BA-A4E4-4B6C-A226-68F734A10866}" type="presParOf" srcId="{F1370019-FFFF-4FBE-A316-7D0B6EB7E131}" destId="{C64C44E4-AD08-407F-9E28-C4280AAB840B}" srcOrd="0" destOrd="0" presId="urn:microsoft.com/office/officeart/2018/2/layout/IconVerticalSolidList"/>
    <dgm:cxn modelId="{0D6B3562-9F82-45A7-ADC8-A9CFD1BC9846}" type="presParOf" srcId="{F1370019-FFFF-4FBE-A316-7D0B6EB7E131}" destId="{D59C3CB8-3B64-497A-B2F4-5E81D9BCE75B}" srcOrd="1" destOrd="0" presId="urn:microsoft.com/office/officeart/2018/2/layout/IconVerticalSolidList"/>
    <dgm:cxn modelId="{521D4C6B-F579-43BB-BE13-AE586BF10100}" type="presParOf" srcId="{F1370019-FFFF-4FBE-A316-7D0B6EB7E131}" destId="{0FC0A50E-AAEC-4971-954C-C3F14A01522A}" srcOrd="2" destOrd="0" presId="urn:microsoft.com/office/officeart/2018/2/layout/IconVerticalSolidList"/>
    <dgm:cxn modelId="{9560A03C-9E98-4C00-93FA-E150455DA038}" type="presParOf" srcId="{F1370019-FFFF-4FBE-A316-7D0B6EB7E131}" destId="{04404DBB-C771-40EB-BCA8-DCE03659842A}" srcOrd="3" destOrd="0" presId="urn:microsoft.com/office/officeart/2018/2/layout/IconVerticalSolidList"/>
    <dgm:cxn modelId="{D5C22A35-C9DA-4F49-8573-046389677ADE}" type="presParOf" srcId="{43757597-9214-4A3D-B7F4-A807C146BC51}" destId="{4E62CD3F-F9F8-426C-8A26-8811FBAEF07E}" srcOrd="5" destOrd="0" presId="urn:microsoft.com/office/officeart/2018/2/layout/IconVerticalSolidList"/>
    <dgm:cxn modelId="{A6910D36-4A6E-488D-824C-D090F1303E4A}" type="presParOf" srcId="{43757597-9214-4A3D-B7F4-A807C146BC51}" destId="{B41BE7FD-1FBB-4BBD-B27D-AD069A495C8A}" srcOrd="6" destOrd="0" presId="urn:microsoft.com/office/officeart/2018/2/layout/IconVerticalSolidList"/>
    <dgm:cxn modelId="{6BA665E2-72F8-409A-A278-F75D18428780}" type="presParOf" srcId="{B41BE7FD-1FBB-4BBD-B27D-AD069A495C8A}" destId="{C96F8535-06F0-4654-9459-89C270BF8D43}" srcOrd="0" destOrd="0" presId="urn:microsoft.com/office/officeart/2018/2/layout/IconVerticalSolidList"/>
    <dgm:cxn modelId="{340AC28D-3C3E-4D62-8ADF-486C376D38A3}" type="presParOf" srcId="{B41BE7FD-1FBB-4BBD-B27D-AD069A495C8A}" destId="{08789872-72B6-4B05-8C83-4572F2D4EF0C}" srcOrd="1" destOrd="0" presId="urn:microsoft.com/office/officeart/2018/2/layout/IconVerticalSolidList"/>
    <dgm:cxn modelId="{F912A92F-A7A5-4C68-80FF-E3B81EB3D235}" type="presParOf" srcId="{B41BE7FD-1FBB-4BBD-B27D-AD069A495C8A}" destId="{22A74795-6BC9-4547-B575-182F589F0D5B}" srcOrd="2" destOrd="0" presId="urn:microsoft.com/office/officeart/2018/2/layout/IconVerticalSolidList"/>
    <dgm:cxn modelId="{4D9964C8-5142-48A9-951A-ED5FADF6DB23}" type="presParOf" srcId="{B41BE7FD-1FBB-4BBD-B27D-AD069A495C8A}" destId="{4B95DD84-2F9D-4672-AB99-D8AF6D462F1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A4104F-542F-46C1-BD31-84FA35813E12}">
      <dsp:nvSpPr>
        <dsp:cNvPr id="0" name=""/>
        <dsp:cNvSpPr/>
      </dsp:nvSpPr>
      <dsp:spPr>
        <a:xfrm>
          <a:off x="0" y="767714"/>
          <a:ext cx="7467600" cy="1417320"/>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BFD7B1A9-5814-4EA5-ADF6-182BF313B730}">
      <dsp:nvSpPr>
        <dsp:cNvPr id="0" name=""/>
        <dsp:cNvSpPr/>
      </dsp:nvSpPr>
      <dsp:spPr>
        <a:xfrm>
          <a:off x="428739" y="1086611"/>
          <a:ext cx="779526" cy="77952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98BA5BD9-A5AA-43EC-ADC8-0DD7ABD801B2}">
      <dsp:nvSpPr>
        <dsp:cNvPr id="0" name=""/>
        <dsp:cNvSpPr/>
      </dsp:nvSpPr>
      <dsp:spPr>
        <a:xfrm>
          <a:off x="1637004" y="767714"/>
          <a:ext cx="5830595" cy="1417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000" tIns="150000" rIns="150000" bIns="150000" numCol="1" spcCol="1270" anchor="ctr" anchorCtr="0">
          <a:noAutofit/>
        </a:bodyPr>
        <a:lstStyle/>
        <a:p>
          <a:pPr marL="0" lvl="0" indent="0" algn="l" defTabSz="1066800">
            <a:lnSpc>
              <a:spcPct val="100000"/>
            </a:lnSpc>
            <a:spcBef>
              <a:spcPct val="0"/>
            </a:spcBef>
            <a:spcAft>
              <a:spcPct val="35000"/>
            </a:spcAft>
            <a:buNone/>
          </a:pPr>
          <a:r>
            <a:rPr lang="en-US" sz="2400" kern="1200" dirty="0"/>
            <a:t>Integrate real‑time health monitoring and secure OTA firmware updates over the existing CAN bus</a:t>
          </a:r>
        </a:p>
      </dsp:txBody>
      <dsp:txXfrm>
        <a:off x="1637004" y="767714"/>
        <a:ext cx="5830595" cy="1417320"/>
      </dsp:txXfrm>
    </dsp:sp>
    <dsp:sp modelId="{EED25163-A859-47B6-B378-129F94C6F046}">
      <dsp:nvSpPr>
        <dsp:cNvPr id="0" name=""/>
        <dsp:cNvSpPr/>
      </dsp:nvSpPr>
      <dsp:spPr>
        <a:xfrm>
          <a:off x="0" y="2539364"/>
          <a:ext cx="7467600" cy="1417320"/>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68D8FC26-ACFF-4B27-B781-6FDC5FBE6541}">
      <dsp:nvSpPr>
        <dsp:cNvPr id="0" name=""/>
        <dsp:cNvSpPr/>
      </dsp:nvSpPr>
      <dsp:spPr>
        <a:xfrm>
          <a:off x="428739" y="2858261"/>
          <a:ext cx="779526" cy="77952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1FCE1BB8-B1A2-4C25-8FCE-FDC3CF44BAC8}">
      <dsp:nvSpPr>
        <dsp:cNvPr id="0" name=""/>
        <dsp:cNvSpPr/>
      </dsp:nvSpPr>
      <dsp:spPr>
        <a:xfrm>
          <a:off x="1637004" y="2539364"/>
          <a:ext cx="5830595" cy="1417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000" tIns="150000" rIns="150000" bIns="150000" numCol="1" spcCol="1270" anchor="ctr" anchorCtr="0">
          <a:noAutofit/>
        </a:bodyPr>
        <a:lstStyle/>
        <a:p>
          <a:pPr marL="0" lvl="0" indent="0" algn="l" defTabSz="1066800">
            <a:lnSpc>
              <a:spcPct val="100000"/>
            </a:lnSpc>
            <a:spcBef>
              <a:spcPct val="0"/>
            </a:spcBef>
            <a:spcAft>
              <a:spcPct val="35000"/>
            </a:spcAft>
            <a:buNone/>
          </a:pPr>
          <a:r>
            <a:rPr lang="en-US" sz="2400" kern="1200" dirty="0"/>
            <a:t>Eliminate garage visits and unify diagnostics with maintenance processes</a:t>
          </a:r>
        </a:p>
      </dsp:txBody>
      <dsp:txXfrm>
        <a:off x="1637004" y="2539364"/>
        <a:ext cx="5830595" cy="14173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F8AF1E-FA68-469F-A1A5-C6DE32F51ABF}">
      <dsp:nvSpPr>
        <dsp:cNvPr id="0" name=""/>
        <dsp:cNvSpPr/>
      </dsp:nvSpPr>
      <dsp:spPr>
        <a:xfrm rot="5400000">
          <a:off x="7235854" y="-3024795"/>
          <a:ext cx="969431" cy="7266419"/>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47625" rIns="95250" bIns="47625" numCol="1" spcCol="1270" anchor="ctr" anchorCtr="0">
          <a:noAutofit/>
        </a:bodyPr>
        <a:lstStyle/>
        <a:p>
          <a:pPr marL="228600" lvl="1" indent="-228600" algn="l" defTabSz="1111250">
            <a:lnSpc>
              <a:spcPct val="90000"/>
            </a:lnSpc>
            <a:spcBef>
              <a:spcPct val="0"/>
            </a:spcBef>
            <a:spcAft>
              <a:spcPct val="15000"/>
            </a:spcAft>
            <a:buChar char="•"/>
          </a:pPr>
          <a:r>
            <a:rPr lang="en-US" sz="2500" b="0" i="0" kern="1200" baseline="0"/>
            <a:t>Real‑time streaming of sensor data (temperature, distance, speed) over CAN bus</a:t>
          </a:r>
          <a:endParaRPr lang="en-US" sz="2500" kern="1200"/>
        </a:p>
      </dsp:txBody>
      <dsp:txXfrm rot="-5400000">
        <a:off x="4087360" y="171023"/>
        <a:ext cx="7219095" cy="874783"/>
      </dsp:txXfrm>
    </dsp:sp>
    <dsp:sp modelId="{0FF5A7A8-E817-47A3-A053-56B189AD316A}">
      <dsp:nvSpPr>
        <dsp:cNvPr id="0" name=""/>
        <dsp:cNvSpPr/>
      </dsp:nvSpPr>
      <dsp:spPr>
        <a:xfrm>
          <a:off x="0" y="2519"/>
          <a:ext cx="4087360" cy="121178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US" sz="2700" b="1" i="0" kern="1200" baseline="0" dirty="0"/>
            <a:t>Develop an Integrated Vehicle-Control System</a:t>
          </a:r>
          <a:endParaRPr lang="en-US" sz="2700" kern="1200" dirty="0"/>
        </a:p>
      </dsp:txBody>
      <dsp:txXfrm>
        <a:off x="59155" y="61674"/>
        <a:ext cx="3969050" cy="1093478"/>
      </dsp:txXfrm>
    </dsp:sp>
    <dsp:sp modelId="{BA97B063-D0F6-4447-BE7D-D61F78B701ED}">
      <dsp:nvSpPr>
        <dsp:cNvPr id="0" name=""/>
        <dsp:cNvSpPr/>
      </dsp:nvSpPr>
      <dsp:spPr>
        <a:xfrm rot="5400000">
          <a:off x="7235854" y="-1752417"/>
          <a:ext cx="969431" cy="7266419"/>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47625" rIns="95250" bIns="47625" numCol="1" spcCol="1270" anchor="ctr" anchorCtr="0">
          <a:noAutofit/>
        </a:bodyPr>
        <a:lstStyle/>
        <a:p>
          <a:pPr marL="228600" lvl="1" indent="-228600" algn="l" defTabSz="1111250">
            <a:lnSpc>
              <a:spcPct val="90000"/>
            </a:lnSpc>
            <a:spcBef>
              <a:spcPct val="0"/>
            </a:spcBef>
            <a:spcAft>
              <a:spcPct val="15000"/>
            </a:spcAft>
            <a:buChar char="•"/>
          </a:pPr>
          <a:r>
            <a:rPr lang="en-US" sz="2500" b="0" i="0" kern="1200" baseline="0"/>
            <a:t>Implement UDS protocol for session control, security access, and DTC read/clear</a:t>
          </a:r>
          <a:endParaRPr lang="en-US" sz="2500" kern="1200"/>
        </a:p>
      </dsp:txBody>
      <dsp:txXfrm rot="-5400000">
        <a:off x="4087360" y="1443401"/>
        <a:ext cx="7219095" cy="874783"/>
      </dsp:txXfrm>
    </dsp:sp>
    <dsp:sp modelId="{78745951-5208-40C2-9D7F-D954EFE9DD4B}">
      <dsp:nvSpPr>
        <dsp:cNvPr id="0" name=""/>
        <dsp:cNvSpPr/>
      </dsp:nvSpPr>
      <dsp:spPr>
        <a:xfrm>
          <a:off x="0" y="1274897"/>
          <a:ext cx="4087360" cy="121178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US" sz="2700" b="1" i="0" kern="1200" baseline="0" dirty="0"/>
            <a:t>Enable On‑Demand Diagnostics</a:t>
          </a:r>
          <a:endParaRPr lang="en-US" sz="2700" kern="1200" dirty="0"/>
        </a:p>
      </dsp:txBody>
      <dsp:txXfrm>
        <a:off x="59155" y="1334052"/>
        <a:ext cx="3969050" cy="1093478"/>
      </dsp:txXfrm>
    </dsp:sp>
    <dsp:sp modelId="{13CED1E8-E593-4288-94A2-74E957BFBB61}">
      <dsp:nvSpPr>
        <dsp:cNvPr id="0" name=""/>
        <dsp:cNvSpPr/>
      </dsp:nvSpPr>
      <dsp:spPr>
        <a:xfrm rot="5400000">
          <a:off x="7235854" y="-480038"/>
          <a:ext cx="969431" cy="7266419"/>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47625" rIns="95250" bIns="47625" numCol="1" spcCol="1270" anchor="ctr" anchorCtr="0">
          <a:noAutofit/>
        </a:bodyPr>
        <a:lstStyle/>
        <a:p>
          <a:pPr marL="228600" lvl="1" indent="-228600" algn="l" defTabSz="1111250">
            <a:lnSpc>
              <a:spcPct val="90000"/>
            </a:lnSpc>
            <a:spcBef>
              <a:spcPct val="0"/>
            </a:spcBef>
            <a:spcAft>
              <a:spcPct val="15000"/>
            </a:spcAft>
            <a:buChar char="•"/>
          </a:pPr>
          <a:r>
            <a:rPr lang="en-US" sz="2500" b="0" i="0" kern="1200" baseline="0" dirty="0"/>
            <a:t>Dual‑bank (App1/App2) bootloader on STM32.</a:t>
          </a:r>
          <a:endParaRPr lang="en-US" sz="2500" kern="1200" dirty="0"/>
        </a:p>
        <a:p>
          <a:pPr marL="228600" lvl="1" indent="-228600" algn="l" defTabSz="1111250">
            <a:lnSpc>
              <a:spcPct val="90000"/>
            </a:lnSpc>
            <a:spcBef>
              <a:spcPct val="0"/>
            </a:spcBef>
            <a:spcAft>
              <a:spcPct val="15000"/>
            </a:spcAft>
            <a:buChar char="•"/>
          </a:pPr>
          <a:r>
            <a:rPr lang="en-US" sz="2500" b="0" i="0" kern="1200" baseline="0"/>
            <a:t>Automatic rollback on failure</a:t>
          </a:r>
          <a:endParaRPr lang="en-US" sz="2500" kern="1200"/>
        </a:p>
      </dsp:txBody>
      <dsp:txXfrm rot="-5400000">
        <a:off x="4087360" y="2715780"/>
        <a:ext cx="7219095" cy="874783"/>
      </dsp:txXfrm>
    </dsp:sp>
    <dsp:sp modelId="{79DDB437-9DE9-4972-80AA-ED4E764DBD92}">
      <dsp:nvSpPr>
        <dsp:cNvPr id="0" name=""/>
        <dsp:cNvSpPr/>
      </dsp:nvSpPr>
      <dsp:spPr>
        <a:xfrm>
          <a:off x="0" y="2547276"/>
          <a:ext cx="4087360" cy="121178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US" sz="2700" b="1" i="0" kern="1200" baseline="0" dirty="0"/>
            <a:t>Secure, Fail‑Safe OTA Firmware Updates</a:t>
          </a:r>
          <a:endParaRPr lang="en-US" sz="2700" kern="1200" dirty="0"/>
        </a:p>
      </dsp:txBody>
      <dsp:txXfrm>
        <a:off x="59155" y="2606431"/>
        <a:ext cx="3969050" cy="1093478"/>
      </dsp:txXfrm>
    </dsp:sp>
    <dsp:sp modelId="{94E12784-5F14-4FC6-89DC-DFE2CE484691}">
      <dsp:nvSpPr>
        <dsp:cNvPr id="0" name=""/>
        <dsp:cNvSpPr/>
      </dsp:nvSpPr>
      <dsp:spPr>
        <a:xfrm rot="5400000">
          <a:off x="7235854" y="792339"/>
          <a:ext cx="969431" cy="7266419"/>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47625" rIns="95250" bIns="47625" numCol="1" spcCol="1270" anchor="ctr" anchorCtr="0">
          <a:noAutofit/>
        </a:bodyPr>
        <a:lstStyle/>
        <a:p>
          <a:pPr marL="228600" lvl="1" indent="-228600" algn="l" defTabSz="1111250">
            <a:lnSpc>
              <a:spcPct val="90000"/>
            </a:lnSpc>
            <a:spcBef>
              <a:spcPct val="0"/>
            </a:spcBef>
            <a:spcAft>
              <a:spcPct val="15000"/>
            </a:spcAft>
            <a:buChar char="•"/>
          </a:pPr>
          <a:r>
            <a:rPr lang="en-US" sz="2500" b="0" i="0" kern="1200" baseline="0"/>
            <a:t>Flask‑based GUI on Raspberry Pi</a:t>
          </a:r>
          <a:endParaRPr lang="en-US" sz="2500" kern="1200"/>
        </a:p>
        <a:p>
          <a:pPr marL="228600" lvl="1" indent="-228600" algn="l" defTabSz="1111250">
            <a:lnSpc>
              <a:spcPct val="90000"/>
            </a:lnSpc>
            <a:spcBef>
              <a:spcPct val="0"/>
            </a:spcBef>
            <a:spcAft>
              <a:spcPct val="15000"/>
            </a:spcAft>
            <a:buChar char="•"/>
          </a:pPr>
          <a:r>
            <a:rPr lang="en-US" sz="2500" b="0" i="0" kern="1200" baseline="0"/>
            <a:t>Live dashboard via Server‑Sent Events (SSE)</a:t>
          </a:r>
          <a:endParaRPr lang="en-US" sz="2500" kern="1200"/>
        </a:p>
      </dsp:txBody>
      <dsp:txXfrm rot="-5400000">
        <a:off x="4087360" y="3988157"/>
        <a:ext cx="7219095" cy="874783"/>
      </dsp:txXfrm>
    </dsp:sp>
    <dsp:sp modelId="{84D06516-6AA7-4BFB-9152-F56F3D21C49F}">
      <dsp:nvSpPr>
        <dsp:cNvPr id="0" name=""/>
        <dsp:cNvSpPr/>
      </dsp:nvSpPr>
      <dsp:spPr>
        <a:xfrm>
          <a:off x="0" y="3819654"/>
          <a:ext cx="4087360" cy="121178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US" sz="2700" b="1" i="0" kern="1200" baseline="0" dirty="0"/>
            <a:t>User‑Friendly Web Interface</a:t>
          </a:r>
          <a:endParaRPr lang="en-US" sz="2700" kern="1200" dirty="0"/>
        </a:p>
      </dsp:txBody>
      <dsp:txXfrm>
        <a:off x="59155" y="3878809"/>
        <a:ext cx="3969050" cy="10934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D9EC95-531D-4007-B924-66BA31962B74}">
      <dsp:nvSpPr>
        <dsp:cNvPr id="0" name=""/>
        <dsp:cNvSpPr/>
      </dsp:nvSpPr>
      <dsp:spPr>
        <a:xfrm>
          <a:off x="0" y="4679"/>
          <a:ext cx="7772400" cy="2190193"/>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GB" sz="2800" b="1" kern="1200" dirty="0"/>
            <a:t>Primary Role: </a:t>
          </a:r>
        </a:p>
        <a:p>
          <a:pPr marL="0" lvl="0" indent="0" algn="l" defTabSz="1244600">
            <a:lnSpc>
              <a:spcPct val="90000"/>
            </a:lnSpc>
            <a:spcBef>
              <a:spcPct val="0"/>
            </a:spcBef>
            <a:spcAft>
              <a:spcPct val="35000"/>
            </a:spcAft>
            <a:buNone/>
          </a:pPr>
          <a:r>
            <a:rPr lang="en-GB" sz="2800" kern="1200" dirty="0"/>
            <a:t>Manages secure Over-The-Air firmware updates and high-level diagnostics. </a:t>
          </a:r>
          <a:endParaRPr lang="en-US" sz="2800" kern="1200" dirty="0"/>
        </a:p>
      </dsp:txBody>
      <dsp:txXfrm>
        <a:off x="106916" y="111595"/>
        <a:ext cx="7558568" cy="1976361"/>
      </dsp:txXfrm>
    </dsp:sp>
    <dsp:sp modelId="{594BC2A1-AD91-468B-96BA-7558EA0F68C3}">
      <dsp:nvSpPr>
        <dsp:cNvPr id="0" name=""/>
        <dsp:cNvSpPr/>
      </dsp:nvSpPr>
      <dsp:spPr>
        <a:xfrm>
          <a:off x="0" y="2194872"/>
          <a:ext cx="7772400" cy="82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6774" tIns="35560" rIns="199136" bIns="35560" numCol="1" spcCol="1270" anchor="t" anchorCtr="0">
          <a:noAutofit/>
        </a:bodyPr>
        <a:lstStyle/>
        <a:p>
          <a:pPr marL="228600" lvl="1" indent="-228600" algn="l" defTabSz="977900">
            <a:lnSpc>
              <a:spcPct val="90000"/>
            </a:lnSpc>
            <a:spcBef>
              <a:spcPct val="0"/>
            </a:spcBef>
            <a:spcAft>
              <a:spcPct val="20000"/>
            </a:spcAft>
            <a:buChar char="•"/>
          </a:pPr>
          <a:endParaRPr lang="en-US" sz="2200" kern="1200" dirty="0"/>
        </a:p>
      </dsp:txBody>
      <dsp:txXfrm>
        <a:off x="0" y="2194872"/>
        <a:ext cx="7772400" cy="828000"/>
      </dsp:txXfrm>
    </dsp:sp>
    <dsp:sp modelId="{79CC21CE-1123-405A-9DA4-E1FE3FC71572}">
      <dsp:nvSpPr>
        <dsp:cNvPr id="0" name=""/>
        <dsp:cNvSpPr/>
      </dsp:nvSpPr>
      <dsp:spPr>
        <a:xfrm>
          <a:off x="0" y="2329894"/>
          <a:ext cx="7772400" cy="1588345"/>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GB" sz="2800" b="1" kern="1200" dirty="0"/>
            <a:t>Software Stack:</a:t>
          </a:r>
        </a:p>
        <a:p>
          <a:pPr marL="0" lvl="0" indent="0" algn="l" defTabSz="1244600">
            <a:lnSpc>
              <a:spcPct val="90000"/>
            </a:lnSpc>
            <a:spcBef>
              <a:spcPct val="0"/>
            </a:spcBef>
            <a:spcAft>
              <a:spcPct val="35000"/>
            </a:spcAft>
            <a:buNone/>
          </a:pPr>
          <a:r>
            <a:rPr lang="en-GB" sz="2800" b="1" kern="1200" dirty="0"/>
            <a:t>STM32F103 microcontroller running </a:t>
          </a:r>
          <a:r>
            <a:rPr lang="en-GB" sz="2800" b="1" kern="1200" dirty="0" err="1"/>
            <a:t>FreeRTOS</a:t>
          </a:r>
          <a:endParaRPr lang="en-US" sz="2800" kern="1200" dirty="0"/>
        </a:p>
      </dsp:txBody>
      <dsp:txXfrm>
        <a:off x="77537" y="2407431"/>
        <a:ext cx="7617326" cy="143327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2A19CF-FC6E-4C87-BF99-A73817540DCE}">
      <dsp:nvSpPr>
        <dsp:cNvPr id="0" name=""/>
        <dsp:cNvSpPr/>
      </dsp:nvSpPr>
      <dsp:spPr>
        <a:xfrm>
          <a:off x="0" y="749"/>
          <a:ext cx="1021080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49BEB2-35D9-4296-8246-5742390E3EDD}">
      <dsp:nvSpPr>
        <dsp:cNvPr id="0" name=""/>
        <dsp:cNvSpPr/>
      </dsp:nvSpPr>
      <dsp:spPr>
        <a:xfrm>
          <a:off x="0" y="749"/>
          <a:ext cx="2042160" cy="12273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100000"/>
            </a:lnSpc>
            <a:spcBef>
              <a:spcPct val="0"/>
            </a:spcBef>
            <a:spcAft>
              <a:spcPct val="35000"/>
            </a:spcAft>
            <a:buNone/>
          </a:pPr>
          <a:r>
            <a:rPr lang="en-US" sz="3700" kern="1200"/>
            <a:t>Receive</a:t>
          </a:r>
        </a:p>
      </dsp:txBody>
      <dsp:txXfrm>
        <a:off x="0" y="749"/>
        <a:ext cx="2042160" cy="1227330"/>
      </dsp:txXfrm>
    </dsp:sp>
    <dsp:sp modelId="{7B844B5F-3978-4183-A4B2-B7ACAA422FAB}">
      <dsp:nvSpPr>
        <dsp:cNvPr id="0" name=""/>
        <dsp:cNvSpPr/>
      </dsp:nvSpPr>
      <dsp:spPr>
        <a:xfrm>
          <a:off x="2195322" y="56482"/>
          <a:ext cx="8015478" cy="11146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100000"/>
            </a:lnSpc>
            <a:spcBef>
              <a:spcPct val="0"/>
            </a:spcBef>
            <a:spcAft>
              <a:spcPct val="35000"/>
            </a:spcAft>
            <a:buNone/>
          </a:pPr>
          <a:r>
            <a:rPr lang="en-US" sz="2200" kern="1200" dirty="0" err="1"/>
            <a:t>CANReceiveTask</a:t>
          </a:r>
          <a:r>
            <a:rPr lang="en-US" sz="2200" kern="1200" dirty="0"/>
            <a:t>(): Receive CAN frames </a:t>
          </a:r>
          <a:r>
            <a:rPr lang="en-GB" sz="2200" kern="1200" dirty="0"/>
            <a:t>OTA triggers</a:t>
          </a:r>
          <a:r>
            <a:rPr lang="en-US" sz="2200" kern="1200" dirty="0"/>
            <a:t>, control signals and </a:t>
          </a:r>
          <a:r>
            <a:rPr lang="en-GB" sz="2200" kern="1200" dirty="0"/>
            <a:t>diagnostics requests</a:t>
          </a:r>
          <a:endParaRPr lang="en-US" sz="2200" kern="1200" dirty="0"/>
        </a:p>
      </dsp:txBody>
      <dsp:txXfrm>
        <a:off x="2195322" y="56482"/>
        <a:ext cx="8015478" cy="1114665"/>
      </dsp:txXfrm>
    </dsp:sp>
    <dsp:sp modelId="{48B09E6A-59C8-41E2-B297-E799081276FE}">
      <dsp:nvSpPr>
        <dsp:cNvPr id="0" name=""/>
        <dsp:cNvSpPr/>
      </dsp:nvSpPr>
      <dsp:spPr>
        <a:xfrm>
          <a:off x="2042160" y="1171148"/>
          <a:ext cx="8168640"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2A5F020-DE5B-4296-9496-A8F1E9EDA4C4}">
      <dsp:nvSpPr>
        <dsp:cNvPr id="0" name=""/>
        <dsp:cNvSpPr/>
      </dsp:nvSpPr>
      <dsp:spPr>
        <a:xfrm>
          <a:off x="0" y="1228080"/>
          <a:ext cx="102108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EDFD798-B05A-4BA0-A8E9-174458BA1E65}">
      <dsp:nvSpPr>
        <dsp:cNvPr id="0" name=""/>
        <dsp:cNvSpPr/>
      </dsp:nvSpPr>
      <dsp:spPr>
        <a:xfrm>
          <a:off x="0" y="1228080"/>
          <a:ext cx="2042160" cy="12273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100000"/>
            </a:lnSpc>
            <a:spcBef>
              <a:spcPct val="0"/>
            </a:spcBef>
            <a:spcAft>
              <a:spcPct val="35000"/>
            </a:spcAft>
            <a:buNone/>
          </a:pPr>
          <a:r>
            <a:rPr lang="en-US" sz="3700" kern="1200"/>
            <a:t>Transmit</a:t>
          </a:r>
        </a:p>
      </dsp:txBody>
      <dsp:txXfrm>
        <a:off x="0" y="1228080"/>
        <a:ext cx="2042160" cy="1227330"/>
      </dsp:txXfrm>
    </dsp:sp>
    <dsp:sp modelId="{53064337-A760-46B3-AFD6-2863CF901528}">
      <dsp:nvSpPr>
        <dsp:cNvPr id="0" name=""/>
        <dsp:cNvSpPr/>
      </dsp:nvSpPr>
      <dsp:spPr>
        <a:xfrm>
          <a:off x="2195322" y="1283813"/>
          <a:ext cx="8015478" cy="11146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100000"/>
            </a:lnSpc>
            <a:spcBef>
              <a:spcPct val="0"/>
            </a:spcBef>
            <a:spcAft>
              <a:spcPct val="35000"/>
            </a:spcAft>
            <a:buNone/>
          </a:pPr>
          <a:r>
            <a:rPr lang="en-US" sz="2200" kern="1200" dirty="0" err="1"/>
            <a:t>CANTransmitTask</a:t>
          </a:r>
          <a:r>
            <a:rPr lang="en-US" sz="2200" kern="1200" dirty="0"/>
            <a:t>(): Transmit ACKs, status updates, and diagnostic responses</a:t>
          </a:r>
        </a:p>
      </dsp:txBody>
      <dsp:txXfrm>
        <a:off x="2195322" y="1283813"/>
        <a:ext cx="8015478" cy="1114665"/>
      </dsp:txXfrm>
    </dsp:sp>
    <dsp:sp modelId="{E5D2CB96-229F-4915-9DDA-0DEB87650B94}">
      <dsp:nvSpPr>
        <dsp:cNvPr id="0" name=""/>
        <dsp:cNvSpPr/>
      </dsp:nvSpPr>
      <dsp:spPr>
        <a:xfrm>
          <a:off x="2042160" y="2398479"/>
          <a:ext cx="8168640"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3776045-903B-4805-B627-5761C28F487D}">
      <dsp:nvSpPr>
        <dsp:cNvPr id="0" name=""/>
        <dsp:cNvSpPr/>
      </dsp:nvSpPr>
      <dsp:spPr>
        <a:xfrm>
          <a:off x="0" y="2455411"/>
          <a:ext cx="10210800"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EC5B48-BF70-484A-A868-F898EBED3012}">
      <dsp:nvSpPr>
        <dsp:cNvPr id="0" name=""/>
        <dsp:cNvSpPr/>
      </dsp:nvSpPr>
      <dsp:spPr>
        <a:xfrm>
          <a:off x="0" y="2455411"/>
          <a:ext cx="2042160" cy="12273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100000"/>
            </a:lnSpc>
            <a:spcBef>
              <a:spcPct val="0"/>
            </a:spcBef>
            <a:spcAft>
              <a:spcPct val="35000"/>
            </a:spcAft>
            <a:buNone/>
          </a:pPr>
          <a:r>
            <a:rPr lang="en-US" sz="3700" kern="1200"/>
            <a:t>Monitor</a:t>
          </a:r>
        </a:p>
      </dsp:txBody>
      <dsp:txXfrm>
        <a:off x="0" y="2455411"/>
        <a:ext cx="2042160" cy="1227330"/>
      </dsp:txXfrm>
    </dsp:sp>
    <dsp:sp modelId="{1F78EC72-8B6A-4443-8CEC-A04ECE5756DD}">
      <dsp:nvSpPr>
        <dsp:cNvPr id="0" name=""/>
        <dsp:cNvSpPr/>
      </dsp:nvSpPr>
      <dsp:spPr>
        <a:xfrm>
          <a:off x="2195322" y="2511144"/>
          <a:ext cx="8015478" cy="11146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100000"/>
            </a:lnSpc>
            <a:spcBef>
              <a:spcPct val="0"/>
            </a:spcBef>
            <a:spcAft>
              <a:spcPct val="35000"/>
            </a:spcAft>
            <a:buNone/>
          </a:pPr>
          <a:r>
            <a:rPr lang="en-US" sz="2200" kern="1200" dirty="0" err="1"/>
            <a:t>ControlTask</a:t>
          </a:r>
          <a:r>
            <a:rPr lang="en-US" sz="2200" kern="1200" dirty="0"/>
            <a:t>(): Monitor system state and enforce fallback/safety logic</a:t>
          </a:r>
        </a:p>
      </dsp:txBody>
      <dsp:txXfrm>
        <a:off x="2195322" y="2511144"/>
        <a:ext cx="8015478" cy="1114665"/>
      </dsp:txXfrm>
    </dsp:sp>
    <dsp:sp modelId="{2302CE17-EF8B-4F0C-86A8-692911F1B8D0}">
      <dsp:nvSpPr>
        <dsp:cNvPr id="0" name=""/>
        <dsp:cNvSpPr/>
      </dsp:nvSpPr>
      <dsp:spPr>
        <a:xfrm>
          <a:off x="2042160" y="3625810"/>
          <a:ext cx="8168640"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329E3C1-C558-4FA7-8F69-B7CA111500CE}">
      <dsp:nvSpPr>
        <dsp:cNvPr id="0" name=""/>
        <dsp:cNvSpPr/>
      </dsp:nvSpPr>
      <dsp:spPr>
        <a:xfrm>
          <a:off x="0" y="3682741"/>
          <a:ext cx="10210800"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F6F7FFD-8997-47FE-ACC8-04C45353FAA0}">
      <dsp:nvSpPr>
        <dsp:cNvPr id="0" name=""/>
        <dsp:cNvSpPr/>
      </dsp:nvSpPr>
      <dsp:spPr>
        <a:xfrm>
          <a:off x="0" y="3682741"/>
          <a:ext cx="2042160" cy="12273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100000"/>
            </a:lnSpc>
            <a:spcBef>
              <a:spcPct val="0"/>
            </a:spcBef>
            <a:spcAft>
              <a:spcPct val="35000"/>
            </a:spcAft>
            <a:buNone/>
          </a:pPr>
          <a:r>
            <a:rPr lang="en-US" sz="3700" kern="1200"/>
            <a:t>Offer</a:t>
          </a:r>
        </a:p>
      </dsp:txBody>
      <dsp:txXfrm>
        <a:off x="0" y="3682741"/>
        <a:ext cx="2042160" cy="1227330"/>
      </dsp:txXfrm>
    </dsp:sp>
    <dsp:sp modelId="{D41F0D9B-E16C-4016-8792-C0F14EEBB71C}">
      <dsp:nvSpPr>
        <dsp:cNvPr id="0" name=""/>
        <dsp:cNvSpPr/>
      </dsp:nvSpPr>
      <dsp:spPr>
        <a:xfrm>
          <a:off x="2195322" y="3738475"/>
          <a:ext cx="8015478" cy="11146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100000"/>
            </a:lnSpc>
            <a:spcBef>
              <a:spcPct val="0"/>
            </a:spcBef>
            <a:spcAft>
              <a:spcPct val="35000"/>
            </a:spcAft>
            <a:buNone/>
          </a:pPr>
          <a:r>
            <a:rPr lang="en-US" sz="2200" kern="1200" dirty="0" err="1"/>
            <a:t>DiagnosticsTask</a:t>
          </a:r>
          <a:r>
            <a:rPr lang="en-US" sz="2200" kern="1200" dirty="0"/>
            <a:t>(): Offer UDS services (session control, security access, read/clear DTC</a:t>
          </a:r>
          <a:r>
            <a:rPr lang="en-US" sz="2400" kern="1200" dirty="0"/>
            <a:t>)</a:t>
          </a:r>
        </a:p>
      </dsp:txBody>
      <dsp:txXfrm>
        <a:off x="2195322" y="3738475"/>
        <a:ext cx="8015478" cy="1114665"/>
      </dsp:txXfrm>
    </dsp:sp>
    <dsp:sp modelId="{47A15465-9EA0-4F8F-AD62-14030DA15045}">
      <dsp:nvSpPr>
        <dsp:cNvPr id="0" name=""/>
        <dsp:cNvSpPr/>
      </dsp:nvSpPr>
      <dsp:spPr>
        <a:xfrm>
          <a:off x="2042160" y="4853140"/>
          <a:ext cx="8168640"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34E63FF-3338-4343-A6CE-28A2319709E2}">
      <dsp:nvSpPr>
        <dsp:cNvPr id="0" name=""/>
        <dsp:cNvSpPr/>
      </dsp:nvSpPr>
      <dsp:spPr>
        <a:xfrm>
          <a:off x="0" y="4910072"/>
          <a:ext cx="10210800" cy="0"/>
        </a:xfrm>
        <a:prstGeom prst="lin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EBED98-ADF0-405B-989C-881F97081B5E}">
      <dsp:nvSpPr>
        <dsp:cNvPr id="0" name=""/>
        <dsp:cNvSpPr/>
      </dsp:nvSpPr>
      <dsp:spPr>
        <a:xfrm>
          <a:off x="0" y="4910072"/>
          <a:ext cx="2042160" cy="12273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70" tIns="140970" rIns="140970" bIns="140970" numCol="1" spcCol="1270" anchor="t" anchorCtr="0">
          <a:noAutofit/>
        </a:bodyPr>
        <a:lstStyle/>
        <a:p>
          <a:pPr marL="0" lvl="0" indent="0" algn="l" defTabSz="1644650">
            <a:lnSpc>
              <a:spcPct val="100000"/>
            </a:lnSpc>
            <a:spcBef>
              <a:spcPct val="0"/>
            </a:spcBef>
            <a:spcAft>
              <a:spcPct val="35000"/>
            </a:spcAft>
            <a:buNone/>
          </a:pPr>
          <a:r>
            <a:rPr lang="en-US" sz="3700" kern="1200" dirty="0"/>
            <a:t>OTA</a:t>
          </a:r>
        </a:p>
      </dsp:txBody>
      <dsp:txXfrm>
        <a:off x="0" y="4910072"/>
        <a:ext cx="2042160" cy="1227330"/>
      </dsp:txXfrm>
    </dsp:sp>
    <dsp:sp modelId="{551003EF-4EF7-470D-920E-BF329A16B763}">
      <dsp:nvSpPr>
        <dsp:cNvPr id="0" name=""/>
        <dsp:cNvSpPr/>
      </dsp:nvSpPr>
      <dsp:spPr>
        <a:xfrm>
          <a:off x="2195322" y="4965806"/>
          <a:ext cx="8015478" cy="11146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100000"/>
            </a:lnSpc>
            <a:spcBef>
              <a:spcPct val="0"/>
            </a:spcBef>
            <a:spcAft>
              <a:spcPct val="35000"/>
            </a:spcAft>
            <a:buNone/>
          </a:pPr>
          <a:r>
            <a:rPr lang="en-US" sz="2200" kern="1200" dirty="0" err="1"/>
            <a:t>OTAManagerTask</a:t>
          </a:r>
          <a:r>
            <a:rPr lang="en-US" sz="2200" kern="1200" dirty="0"/>
            <a:t>(): </a:t>
          </a:r>
          <a:r>
            <a:rPr lang="en-GB" sz="2200" kern="1200" dirty="0"/>
            <a:t>Sets the metadata flag to request bootloader entry and Triggers a system reset so the bootloader takes over</a:t>
          </a:r>
          <a:r>
            <a:rPr lang="en-GB" sz="1700" kern="1200" dirty="0"/>
            <a:t>
</a:t>
          </a:r>
          <a:endParaRPr lang="en-US" sz="1700" kern="1200" dirty="0"/>
        </a:p>
      </dsp:txBody>
      <dsp:txXfrm>
        <a:off x="2195322" y="4965806"/>
        <a:ext cx="8015478" cy="1114665"/>
      </dsp:txXfrm>
    </dsp:sp>
    <dsp:sp modelId="{A2DEB1FB-461D-4CE3-8A3A-64474E894410}">
      <dsp:nvSpPr>
        <dsp:cNvPr id="0" name=""/>
        <dsp:cNvSpPr/>
      </dsp:nvSpPr>
      <dsp:spPr>
        <a:xfrm>
          <a:off x="2042160" y="6080471"/>
          <a:ext cx="8168640" cy="0"/>
        </a:xfrm>
        <a:prstGeom prst="line">
          <a:avLst/>
        </a:prstGeom>
        <a:solidFill>
          <a:schemeClr val="accent2">
            <a:hueOff val="0"/>
            <a:satOff val="0"/>
            <a:lumOff val="0"/>
            <a:alphaOff val="0"/>
          </a:schemeClr>
        </a:solidFill>
        <a:ln w="1905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498390-9E37-4207-93B2-20FA34E99345}">
      <dsp:nvSpPr>
        <dsp:cNvPr id="0" name=""/>
        <dsp:cNvSpPr/>
      </dsp:nvSpPr>
      <dsp:spPr>
        <a:xfrm>
          <a:off x="0" y="504786"/>
          <a:ext cx="8458974" cy="722925"/>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56510" tIns="354076" rIns="656510" bIns="120904" numCol="1" spcCol="1270" anchor="t" anchorCtr="0">
          <a:noAutofit/>
        </a:bodyPr>
        <a:lstStyle/>
        <a:p>
          <a:pPr marL="171450" lvl="1" indent="-171450" algn="l" defTabSz="755650">
            <a:lnSpc>
              <a:spcPct val="90000"/>
            </a:lnSpc>
            <a:spcBef>
              <a:spcPct val="0"/>
            </a:spcBef>
            <a:spcAft>
              <a:spcPct val="15000"/>
            </a:spcAft>
            <a:buChar char="•"/>
          </a:pPr>
          <a:r>
            <a:rPr lang="en-GB" sz="1700" kern="1200" dirty="0"/>
            <a:t>Real‑time sensor acquisition, motor control.</a:t>
          </a:r>
          <a:endParaRPr lang="en-US" sz="1700" kern="1200" dirty="0"/>
        </a:p>
      </dsp:txBody>
      <dsp:txXfrm>
        <a:off x="0" y="504786"/>
        <a:ext cx="8458974" cy="722925"/>
      </dsp:txXfrm>
    </dsp:sp>
    <dsp:sp modelId="{95102FE6-721C-42CA-8246-714EC1D89F3F}">
      <dsp:nvSpPr>
        <dsp:cNvPr id="0" name=""/>
        <dsp:cNvSpPr/>
      </dsp:nvSpPr>
      <dsp:spPr>
        <a:xfrm>
          <a:off x="422948" y="253866"/>
          <a:ext cx="5921281" cy="5018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3810" tIns="0" rIns="223810" bIns="0" numCol="1" spcCol="1270" anchor="ctr" anchorCtr="0">
          <a:noAutofit/>
        </a:bodyPr>
        <a:lstStyle/>
        <a:p>
          <a:pPr marL="0" lvl="0" indent="0" algn="l" defTabSz="755650">
            <a:lnSpc>
              <a:spcPct val="90000"/>
            </a:lnSpc>
            <a:spcBef>
              <a:spcPct val="0"/>
            </a:spcBef>
            <a:spcAft>
              <a:spcPct val="35000"/>
            </a:spcAft>
            <a:buNone/>
          </a:pPr>
          <a:r>
            <a:rPr lang="en-GB" sz="1700" b="1" kern="1200" dirty="0"/>
            <a:t>Primary Role:</a:t>
          </a:r>
          <a:endParaRPr lang="en-US" sz="1700" kern="1200" dirty="0"/>
        </a:p>
      </dsp:txBody>
      <dsp:txXfrm>
        <a:off x="447446" y="278364"/>
        <a:ext cx="5872285" cy="452844"/>
      </dsp:txXfrm>
    </dsp:sp>
    <dsp:sp modelId="{FA19CAE1-8F06-4E4A-B96C-223C4D002592}">
      <dsp:nvSpPr>
        <dsp:cNvPr id="0" name=""/>
        <dsp:cNvSpPr/>
      </dsp:nvSpPr>
      <dsp:spPr>
        <a:xfrm>
          <a:off x="0" y="1530545"/>
          <a:ext cx="8458974" cy="5033699"/>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56510" tIns="354076" rIns="656510" bIns="120904" numCol="1" spcCol="1270" anchor="t" anchorCtr="0">
          <a:noAutofit/>
        </a:bodyPr>
        <a:lstStyle/>
        <a:p>
          <a:pPr marL="171450" lvl="1" indent="-171450" algn="l" defTabSz="755650">
            <a:lnSpc>
              <a:spcPct val="90000"/>
            </a:lnSpc>
            <a:spcBef>
              <a:spcPct val="0"/>
            </a:spcBef>
            <a:spcAft>
              <a:spcPct val="15000"/>
            </a:spcAft>
            <a:buChar char="•"/>
          </a:pPr>
          <a:r>
            <a:rPr lang="en-US" sz="1700" b="1" i="0" kern="1200" baseline="0"/>
            <a:t>Sensor Tasks:</a:t>
          </a:r>
          <a:endParaRPr lang="en-US" sz="1700" kern="1200"/>
        </a:p>
        <a:p>
          <a:pPr marL="342900" lvl="2" indent="-171450" algn="l" defTabSz="755650">
            <a:lnSpc>
              <a:spcPct val="90000"/>
            </a:lnSpc>
            <a:spcBef>
              <a:spcPct val="0"/>
            </a:spcBef>
            <a:spcAft>
              <a:spcPct val="15000"/>
            </a:spcAft>
            <a:buChar char="•"/>
          </a:pPr>
          <a:r>
            <a:rPr lang="en-US" sz="1700" b="1" i="0" kern="1200" baseline="0"/>
            <a:t>UltrasonicTask:</a:t>
          </a:r>
          <a:r>
            <a:rPr lang="en-US" sz="1700" b="0" i="0" kern="1200" baseline="0"/>
            <a:t> Samples distance and enqueues data.</a:t>
          </a:r>
          <a:endParaRPr lang="en-US" sz="1700" kern="1200"/>
        </a:p>
        <a:p>
          <a:pPr marL="342900" lvl="2" indent="-171450" algn="l" defTabSz="755650">
            <a:lnSpc>
              <a:spcPct val="90000"/>
            </a:lnSpc>
            <a:spcBef>
              <a:spcPct val="0"/>
            </a:spcBef>
            <a:spcAft>
              <a:spcPct val="15000"/>
            </a:spcAft>
            <a:buChar char="•"/>
          </a:pPr>
          <a:r>
            <a:rPr lang="en-US" sz="1700" b="1" i="0" kern="1200" baseline="0"/>
            <a:t>TemperatureSensorTask:</a:t>
          </a:r>
          <a:r>
            <a:rPr lang="en-US" sz="1700" b="0" i="0" kern="1200" baseline="0"/>
            <a:t> Reads LM35 temperature and enqueues data.</a:t>
          </a:r>
          <a:endParaRPr lang="en-US" sz="1700" kern="1200"/>
        </a:p>
        <a:p>
          <a:pPr marL="171450" lvl="1" indent="-171450" algn="l" defTabSz="755650">
            <a:lnSpc>
              <a:spcPct val="90000"/>
            </a:lnSpc>
            <a:spcBef>
              <a:spcPct val="0"/>
            </a:spcBef>
            <a:spcAft>
              <a:spcPct val="15000"/>
            </a:spcAft>
            <a:buChar char="•"/>
          </a:pPr>
          <a:r>
            <a:rPr lang="en-US" sz="1700" b="1" i="0" kern="1200" baseline="0"/>
            <a:t>Motor Task:</a:t>
          </a:r>
          <a:endParaRPr lang="en-US" sz="1700" kern="1200"/>
        </a:p>
        <a:p>
          <a:pPr marL="342900" lvl="2" indent="-171450" algn="l" defTabSz="755650">
            <a:lnSpc>
              <a:spcPct val="90000"/>
            </a:lnSpc>
            <a:spcBef>
              <a:spcPct val="0"/>
            </a:spcBef>
            <a:spcAft>
              <a:spcPct val="15000"/>
            </a:spcAft>
            <a:buChar char="•"/>
          </a:pPr>
          <a:r>
            <a:rPr lang="en-US" sz="1700" b="0" i="0" kern="1200" baseline="0" dirty="0"/>
            <a:t>Computes PWM duty cycle based on sensor inputs and safety limits.</a:t>
          </a:r>
          <a:endParaRPr lang="en-US" sz="1700" kern="1200" dirty="0"/>
        </a:p>
        <a:p>
          <a:pPr marL="342900" lvl="2" indent="-171450" algn="l" defTabSz="755650">
            <a:lnSpc>
              <a:spcPct val="90000"/>
            </a:lnSpc>
            <a:spcBef>
              <a:spcPct val="0"/>
            </a:spcBef>
            <a:spcAft>
              <a:spcPct val="15000"/>
            </a:spcAft>
            <a:buChar char="•"/>
          </a:pPr>
          <a:r>
            <a:rPr lang="en-US" sz="1700" b="0" i="0" kern="1200" baseline="0" dirty="0"/>
            <a:t>Sends motor commands via CAN or direct PWM outputs.</a:t>
          </a:r>
          <a:endParaRPr lang="en-US" sz="1700" kern="1200" dirty="0"/>
        </a:p>
        <a:p>
          <a:pPr marL="171450" lvl="1" indent="-171450" algn="l" defTabSz="755650">
            <a:lnSpc>
              <a:spcPct val="90000"/>
            </a:lnSpc>
            <a:spcBef>
              <a:spcPct val="0"/>
            </a:spcBef>
            <a:spcAft>
              <a:spcPct val="15000"/>
            </a:spcAft>
            <a:buChar char="•"/>
          </a:pPr>
          <a:r>
            <a:rPr lang="en-US" sz="1700" b="1" i="0" kern="1200" baseline="0"/>
            <a:t>Bluetooth Task:</a:t>
          </a:r>
          <a:endParaRPr lang="en-US" sz="1700" kern="1200"/>
        </a:p>
        <a:p>
          <a:pPr marL="342900" lvl="2" indent="-171450" algn="l" defTabSz="755650">
            <a:lnSpc>
              <a:spcPct val="90000"/>
            </a:lnSpc>
            <a:spcBef>
              <a:spcPct val="0"/>
            </a:spcBef>
            <a:spcAft>
              <a:spcPct val="15000"/>
            </a:spcAft>
            <a:buChar char="•"/>
          </a:pPr>
          <a:r>
            <a:rPr lang="en-US" sz="1700" b="0" i="0" kern="1200" baseline="0"/>
            <a:t>Receives remote commands (e.g., drive, stop) and forwards them to the Control Task.</a:t>
          </a:r>
          <a:endParaRPr lang="en-US" sz="1700" kern="1200"/>
        </a:p>
        <a:p>
          <a:pPr marL="171450" lvl="1" indent="-171450" algn="l" defTabSz="755650">
            <a:lnSpc>
              <a:spcPct val="90000"/>
            </a:lnSpc>
            <a:spcBef>
              <a:spcPct val="0"/>
            </a:spcBef>
            <a:spcAft>
              <a:spcPct val="15000"/>
            </a:spcAft>
            <a:buChar char="•"/>
          </a:pPr>
          <a:r>
            <a:rPr lang="en-US" sz="1700" b="1" i="0" kern="1200" baseline="0"/>
            <a:t>CAN Communication:</a:t>
          </a:r>
          <a:endParaRPr lang="en-US" sz="1700" kern="1200"/>
        </a:p>
        <a:p>
          <a:pPr marL="342900" lvl="2" indent="-171450" algn="l" defTabSz="755650">
            <a:lnSpc>
              <a:spcPct val="90000"/>
            </a:lnSpc>
            <a:spcBef>
              <a:spcPct val="0"/>
            </a:spcBef>
            <a:spcAft>
              <a:spcPct val="15000"/>
            </a:spcAft>
            <a:buChar char="•"/>
          </a:pPr>
          <a:r>
            <a:rPr lang="en-US" sz="1700" b="1" i="0" kern="1200" baseline="0"/>
            <a:t>CAN Receive Task:</a:t>
          </a:r>
          <a:r>
            <a:rPr lang="en-US" sz="1700" b="0" i="0" kern="1200" baseline="0"/>
            <a:t> Captures incoming CAN frames (control commands, diagnostic requests, OTA triggers).</a:t>
          </a:r>
          <a:endParaRPr lang="en-US" sz="1700" kern="1200"/>
        </a:p>
        <a:p>
          <a:pPr marL="342900" lvl="2" indent="-171450" algn="l" defTabSz="755650">
            <a:lnSpc>
              <a:spcPct val="90000"/>
            </a:lnSpc>
            <a:spcBef>
              <a:spcPct val="0"/>
            </a:spcBef>
            <a:spcAft>
              <a:spcPct val="15000"/>
            </a:spcAft>
            <a:buChar char="•"/>
          </a:pPr>
          <a:r>
            <a:rPr lang="en-US" sz="1700" b="1" i="0" kern="1200" baseline="0"/>
            <a:t>CAN Transmit Task:</a:t>
          </a:r>
          <a:r>
            <a:rPr lang="en-US" sz="1700" b="0" i="0" kern="1200" baseline="0"/>
            <a:t> Sends sensor telemetry, diagnostic responses, and acknowledgments.</a:t>
          </a:r>
          <a:endParaRPr lang="en-US" sz="1700" kern="1200"/>
        </a:p>
        <a:p>
          <a:pPr marL="171450" lvl="1" indent="-171450" algn="l" defTabSz="755650">
            <a:lnSpc>
              <a:spcPct val="90000"/>
            </a:lnSpc>
            <a:spcBef>
              <a:spcPct val="0"/>
            </a:spcBef>
            <a:spcAft>
              <a:spcPct val="15000"/>
            </a:spcAft>
            <a:buChar char="•"/>
          </a:pPr>
          <a:r>
            <a:rPr lang="en-US" sz="1700" b="1" i="0" kern="1200" baseline="0"/>
            <a:t>CAN Bus Integration:</a:t>
          </a:r>
          <a:endParaRPr lang="en-US" sz="1700" kern="1200"/>
        </a:p>
        <a:p>
          <a:pPr marL="342900" lvl="2" indent="-171450" algn="l" defTabSz="755650">
            <a:lnSpc>
              <a:spcPct val="90000"/>
            </a:lnSpc>
            <a:spcBef>
              <a:spcPct val="0"/>
            </a:spcBef>
            <a:spcAft>
              <a:spcPct val="15000"/>
            </a:spcAft>
            <a:buChar char="•"/>
          </a:pPr>
          <a:r>
            <a:rPr lang="en-US" sz="1700" b="0" i="0" kern="1200" baseline="0"/>
            <a:t>Shares the same bus at 500 kbps with Main ECU and Raspberry Pi’s MCP2515.</a:t>
          </a:r>
          <a:endParaRPr lang="en-US" sz="1700" kern="1200"/>
        </a:p>
      </dsp:txBody>
      <dsp:txXfrm>
        <a:off x="0" y="1530545"/>
        <a:ext cx="8458974" cy="5033699"/>
      </dsp:txXfrm>
    </dsp:sp>
    <dsp:sp modelId="{10E7FDF3-2E53-4A19-9F98-7EAACCF4D206}">
      <dsp:nvSpPr>
        <dsp:cNvPr id="0" name=""/>
        <dsp:cNvSpPr/>
      </dsp:nvSpPr>
      <dsp:spPr>
        <a:xfrm>
          <a:off x="422948" y="1319512"/>
          <a:ext cx="5921281" cy="5018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3810" tIns="0" rIns="223810" bIns="0" numCol="1" spcCol="1270" anchor="ctr" anchorCtr="0">
          <a:noAutofit/>
        </a:bodyPr>
        <a:lstStyle/>
        <a:p>
          <a:pPr marL="0" lvl="0" indent="0" algn="l" defTabSz="755650">
            <a:lnSpc>
              <a:spcPct val="90000"/>
            </a:lnSpc>
            <a:spcBef>
              <a:spcPct val="0"/>
            </a:spcBef>
            <a:spcAft>
              <a:spcPct val="35000"/>
            </a:spcAft>
            <a:buNone/>
          </a:pPr>
          <a:r>
            <a:rPr lang="en-US" sz="1700" b="1" i="0" kern="1200" baseline="0" dirty="0"/>
            <a:t>Core Responsibilities:</a:t>
          </a:r>
          <a:endParaRPr lang="en-US" sz="1700" kern="1200" dirty="0"/>
        </a:p>
      </dsp:txBody>
      <dsp:txXfrm>
        <a:off x="447446" y="1344010"/>
        <a:ext cx="5872285" cy="45284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5082EA-665C-4501-8241-C983C75B659F}">
      <dsp:nvSpPr>
        <dsp:cNvPr id="0" name=""/>
        <dsp:cNvSpPr/>
      </dsp:nvSpPr>
      <dsp:spPr>
        <a:xfrm>
          <a:off x="0" y="45578"/>
          <a:ext cx="10335350" cy="69713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1" i="0" kern="1200" baseline="0"/>
            <a:t>Primary Role:</a:t>
          </a:r>
          <a:endParaRPr lang="en-US" sz="2900" kern="1200"/>
        </a:p>
      </dsp:txBody>
      <dsp:txXfrm>
        <a:off x="34031" y="79609"/>
        <a:ext cx="10267288" cy="629074"/>
      </dsp:txXfrm>
    </dsp:sp>
    <dsp:sp modelId="{ACF5B289-1530-464A-AE47-DE1C9BC53AA9}">
      <dsp:nvSpPr>
        <dsp:cNvPr id="0" name=""/>
        <dsp:cNvSpPr/>
      </dsp:nvSpPr>
      <dsp:spPr>
        <a:xfrm>
          <a:off x="0" y="742714"/>
          <a:ext cx="10335350" cy="496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8147" tIns="36830" rIns="206248" bIns="36830" numCol="1" spcCol="1270" anchor="t" anchorCtr="0">
          <a:noAutofit/>
        </a:bodyPr>
        <a:lstStyle/>
        <a:p>
          <a:pPr marL="228600" lvl="1" indent="-228600" algn="l" defTabSz="1022350">
            <a:lnSpc>
              <a:spcPct val="90000"/>
            </a:lnSpc>
            <a:spcBef>
              <a:spcPct val="0"/>
            </a:spcBef>
            <a:spcAft>
              <a:spcPct val="20000"/>
            </a:spcAft>
            <a:buChar char="•"/>
          </a:pPr>
          <a:r>
            <a:rPr lang="en-US" sz="2300" b="0" i="0" kern="1200" baseline="0" dirty="0"/>
            <a:t>Acts as the user interface hub, OTA client, and CAN network gateway.</a:t>
          </a:r>
          <a:endParaRPr lang="en-US" sz="2300" kern="1200" dirty="0"/>
        </a:p>
      </dsp:txBody>
      <dsp:txXfrm>
        <a:off x="0" y="742714"/>
        <a:ext cx="10335350" cy="496800"/>
      </dsp:txXfrm>
    </dsp:sp>
    <dsp:sp modelId="{A16BFF7D-3DD9-4513-8B6E-6DEA1D6CFE74}">
      <dsp:nvSpPr>
        <dsp:cNvPr id="0" name=""/>
        <dsp:cNvSpPr/>
      </dsp:nvSpPr>
      <dsp:spPr>
        <a:xfrm>
          <a:off x="0" y="1239514"/>
          <a:ext cx="10335350" cy="119778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1" i="0" kern="1200" baseline="0" dirty="0"/>
            <a:t>Hardware &amp; Software Stack: </a:t>
          </a:r>
          <a:r>
            <a:rPr lang="en-US" sz="2900" b="0" i="0" kern="1200" baseline="0" dirty="0"/>
            <a:t>Raspberry Pi 4 (2 GB RAM) with MCP2515 CAN transceiver</a:t>
          </a:r>
          <a:endParaRPr lang="en-US" sz="2900" kern="1200" dirty="0"/>
        </a:p>
      </dsp:txBody>
      <dsp:txXfrm>
        <a:off x="58471" y="1297985"/>
        <a:ext cx="10218408" cy="1080845"/>
      </dsp:txXfrm>
    </dsp:sp>
    <dsp:sp modelId="{13D2AF0C-2733-4744-86B3-106C17BEDA5C}">
      <dsp:nvSpPr>
        <dsp:cNvPr id="0" name=""/>
        <dsp:cNvSpPr/>
      </dsp:nvSpPr>
      <dsp:spPr>
        <a:xfrm>
          <a:off x="0" y="2437302"/>
          <a:ext cx="10335350" cy="1583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8147" tIns="36830" rIns="206248" bIns="36830" numCol="1" spcCol="1270" anchor="t" anchorCtr="0">
          <a:noAutofit/>
        </a:bodyPr>
        <a:lstStyle/>
        <a:p>
          <a:pPr marL="228600" lvl="1" indent="-228600" algn="l" defTabSz="1022350">
            <a:lnSpc>
              <a:spcPct val="90000"/>
            </a:lnSpc>
            <a:spcBef>
              <a:spcPct val="0"/>
            </a:spcBef>
            <a:spcAft>
              <a:spcPct val="20000"/>
            </a:spcAft>
            <a:buChar char="•"/>
          </a:pPr>
          <a:r>
            <a:rPr lang="en-US" sz="2300" b="1" i="0" kern="1200" baseline="0"/>
            <a:t>Operating System:</a:t>
          </a:r>
          <a:r>
            <a:rPr lang="en-US" sz="2300" b="0" i="0" kern="1200" baseline="0"/>
            <a:t> Raspberry Pi OS</a:t>
          </a:r>
          <a:endParaRPr lang="en-US" sz="2300" kern="1200"/>
        </a:p>
        <a:p>
          <a:pPr marL="228600" lvl="1" indent="-228600" algn="l" defTabSz="1022350">
            <a:lnSpc>
              <a:spcPct val="90000"/>
            </a:lnSpc>
            <a:spcBef>
              <a:spcPct val="0"/>
            </a:spcBef>
            <a:spcAft>
              <a:spcPct val="20000"/>
            </a:spcAft>
            <a:buChar char="•"/>
          </a:pPr>
          <a:r>
            <a:rPr lang="en-US" sz="2300" b="1" i="0" kern="1200" baseline="0"/>
            <a:t>CAN Interface:</a:t>
          </a:r>
          <a:r>
            <a:rPr lang="en-US" sz="2300" b="0" i="0" kern="1200" baseline="0"/>
            <a:t> SocketCAN driver configured at 500 kbps</a:t>
          </a:r>
          <a:endParaRPr lang="en-US" sz="2300" kern="1200"/>
        </a:p>
        <a:p>
          <a:pPr marL="228600" lvl="1" indent="-228600" algn="l" defTabSz="1022350">
            <a:lnSpc>
              <a:spcPct val="90000"/>
            </a:lnSpc>
            <a:spcBef>
              <a:spcPct val="0"/>
            </a:spcBef>
            <a:spcAft>
              <a:spcPct val="20000"/>
            </a:spcAft>
            <a:buChar char="•"/>
          </a:pPr>
          <a:r>
            <a:rPr lang="en-US" sz="2300" b="1" i="0" kern="1200" baseline="0"/>
            <a:t>Web Server:</a:t>
          </a:r>
          <a:r>
            <a:rPr lang="en-US" sz="2300" b="0" i="0" kern="1200" baseline="0"/>
            <a:t> Flask application serving HTML/CSS/JS dashboard</a:t>
          </a:r>
          <a:endParaRPr lang="en-US" sz="2300" kern="1200"/>
        </a:p>
        <a:p>
          <a:pPr marL="228600" lvl="1" indent="-228600" algn="l" defTabSz="1022350">
            <a:lnSpc>
              <a:spcPct val="90000"/>
            </a:lnSpc>
            <a:spcBef>
              <a:spcPct val="0"/>
            </a:spcBef>
            <a:spcAft>
              <a:spcPct val="20000"/>
            </a:spcAft>
            <a:buChar char="•"/>
          </a:pPr>
          <a:r>
            <a:rPr lang="en-US" sz="2300" b="1" i="0" kern="1200" baseline="0"/>
            <a:t>Real‑Time Updates:</a:t>
          </a:r>
          <a:r>
            <a:rPr lang="en-US" sz="2300" b="0" i="0" kern="1200" baseline="0"/>
            <a:t> Server‑Sent Events (SSE) for live telemetry</a:t>
          </a:r>
          <a:endParaRPr lang="en-US" sz="2300" kern="1200"/>
        </a:p>
      </dsp:txBody>
      <dsp:txXfrm>
        <a:off x="0" y="2437302"/>
        <a:ext cx="10335350" cy="158354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596698-C8F9-40F9-B507-79722A7CE163}">
      <dsp:nvSpPr>
        <dsp:cNvPr id="0" name=""/>
        <dsp:cNvSpPr/>
      </dsp:nvSpPr>
      <dsp:spPr>
        <a:xfrm>
          <a:off x="922318" y="1448639"/>
          <a:ext cx="781813" cy="7818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32047D-69B4-41DE-8B28-7DC8E43ABB64}">
      <dsp:nvSpPr>
        <dsp:cNvPr id="0" name=""/>
        <dsp:cNvSpPr/>
      </dsp:nvSpPr>
      <dsp:spPr>
        <a:xfrm>
          <a:off x="196348" y="2332346"/>
          <a:ext cx="2233753" cy="3350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b="1"/>
          </a:pPr>
          <a:r>
            <a:rPr lang="en-US" sz="1700" b="1" i="0" kern="1200" baseline="0"/>
            <a:t>CAN Listener Service</a:t>
          </a:r>
          <a:endParaRPr lang="en-US" sz="1700" kern="1200"/>
        </a:p>
      </dsp:txBody>
      <dsp:txXfrm>
        <a:off x="196348" y="2332346"/>
        <a:ext cx="2233753" cy="335063"/>
      </dsp:txXfrm>
    </dsp:sp>
    <dsp:sp modelId="{2CF825E1-A0F3-41E5-B554-1376D19193DA}">
      <dsp:nvSpPr>
        <dsp:cNvPr id="0" name=""/>
        <dsp:cNvSpPr/>
      </dsp:nvSpPr>
      <dsp:spPr>
        <a:xfrm>
          <a:off x="6803" y="2714801"/>
          <a:ext cx="2612844" cy="1102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b="0" i="0" kern="1200" baseline="0" dirty="0"/>
            <a:t>Reads live CAN frames via </a:t>
          </a:r>
          <a:r>
            <a:rPr lang="en-US" sz="1800" b="0" i="0" kern="1200" baseline="0" dirty="0" err="1"/>
            <a:t>candump</a:t>
          </a:r>
          <a:r>
            <a:rPr lang="en-US" sz="1800" b="0" i="0" kern="1200" baseline="0" dirty="0"/>
            <a:t> or python-can</a:t>
          </a:r>
          <a:endParaRPr lang="en-US" sz="1800" kern="1200" dirty="0"/>
        </a:p>
        <a:p>
          <a:pPr marL="0" lvl="0" indent="0" algn="ctr" defTabSz="800100">
            <a:lnSpc>
              <a:spcPct val="100000"/>
            </a:lnSpc>
            <a:spcBef>
              <a:spcPct val="0"/>
            </a:spcBef>
            <a:spcAft>
              <a:spcPct val="35000"/>
            </a:spcAft>
            <a:buNone/>
          </a:pPr>
          <a:r>
            <a:rPr lang="en-US" sz="1800" b="0" i="0" kern="1200" baseline="0" dirty="0"/>
            <a:t>Forwards speed, temperature, distance to the web dashboard</a:t>
          </a:r>
          <a:endParaRPr lang="en-US" sz="1800" kern="1200" dirty="0"/>
        </a:p>
      </dsp:txBody>
      <dsp:txXfrm>
        <a:off x="6803" y="2714801"/>
        <a:ext cx="2612844" cy="1102353"/>
      </dsp:txXfrm>
    </dsp:sp>
    <dsp:sp modelId="{0DB2DF02-7CBC-4448-B4F5-63BBB18297E6}">
      <dsp:nvSpPr>
        <dsp:cNvPr id="0" name=""/>
        <dsp:cNvSpPr/>
      </dsp:nvSpPr>
      <dsp:spPr>
        <a:xfrm>
          <a:off x="4030553" y="1448639"/>
          <a:ext cx="781813" cy="7818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A19F181-0775-4031-B3B1-C1AB14F0794D}">
      <dsp:nvSpPr>
        <dsp:cNvPr id="0" name=""/>
        <dsp:cNvSpPr/>
      </dsp:nvSpPr>
      <dsp:spPr>
        <a:xfrm>
          <a:off x="3304583" y="2332346"/>
          <a:ext cx="2233753" cy="3350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b="1"/>
          </a:pPr>
          <a:r>
            <a:rPr lang="en-US" sz="1700" b="1" i="0" kern="1200" baseline="0"/>
            <a:t>OTA Client</a:t>
          </a:r>
          <a:endParaRPr lang="en-US" sz="1700" kern="1200"/>
        </a:p>
      </dsp:txBody>
      <dsp:txXfrm>
        <a:off x="3304583" y="2332346"/>
        <a:ext cx="2233753" cy="335063"/>
      </dsp:txXfrm>
    </dsp:sp>
    <dsp:sp modelId="{FBEFBC6A-5F60-4CA6-B79C-7D9E6BC443D6}">
      <dsp:nvSpPr>
        <dsp:cNvPr id="0" name=""/>
        <dsp:cNvSpPr/>
      </dsp:nvSpPr>
      <dsp:spPr>
        <a:xfrm>
          <a:off x="3010554" y="2714801"/>
          <a:ext cx="2821812" cy="1102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b="0" i="0" kern="1200" baseline="0" dirty="0"/>
            <a:t>Polls a cloud REST endpoint (e.g., AWS S3) for new firmware versions</a:t>
          </a:r>
          <a:endParaRPr lang="en-US" sz="1800" kern="1200" dirty="0"/>
        </a:p>
        <a:p>
          <a:pPr marL="0" lvl="0" indent="0" algn="ctr" defTabSz="800100">
            <a:lnSpc>
              <a:spcPct val="100000"/>
            </a:lnSpc>
            <a:spcBef>
              <a:spcPct val="0"/>
            </a:spcBef>
            <a:spcAft>
              <a:spcPct val="35000"/>
            </a:spcAft>
            <a:buNone/>
          </a:pPr>
          <a:r>
            <a:rPr lang="en-US" sz="1800" b="0" i="0" kern="1200" baseline="0" dirty="0"/>
            <a:t>Downloads signed firmware chunks and sends them over CAN to Main ECU</a:t>
          </a:r>
          <a:endParaRPr lang="en-US" sz="1800" kern="1200" dirty="0"/>
        </a:p>
      </dsp:txBody>
      <dsp:txXfrm>
        <a:off x="3010554" y="2714801"/>
        <a:ext cx="2821812" cy="1102353"/>
      </dsp:txXfrm>
    </dsp:sp>
    <dsp:sp modelId="{6AFA7D3D-1482-4BA5-8908-CEB630B009A7}">
      <dsp:nvSpPr>
        <dsp:cNvPr id="0" name=""/>
        <dsp:cNvSpPr/>
      </dsp:nvSpPr>
      <dsp:spPr>
        <a:xfrm>
          <a:off x="7192577" y="1448639"/>
          <a:ext cx="781813" cy="7818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752EFB0-DDD3-4D91-9E8F-DA4B034E305C}">
      <dsp:nvSpPr>
        <dsp:cNvPr id="0" name=""/>
        <dsp:cNvSpPr/>
      </dsp:nvSpPr>
      <dsp:spPr>
        <a:xfrm>
          <a:off x="6466607" y="2332346"/>
          <a:ext cx="2233753" cy="3350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b="1"/>
          </a:pPr>
          <a:r>
            <a:rPr lang="en-US" sz="1700" b="1" i="0" kern="1200" baseline="0"/>
            <a:t>Diagnostics Client</a:t>
          </a:r>
          <a:endParaRPr lang="en-US" sz="1700" kern="1200"/>
        </a:p>
      </dsp:txBody>
      <dsp:txXfrm>
        <a:off x="6466607" y="2332346"/>
        <a:ext cx="2233753" cy="335063"/>
      </dsp:txXfrm>
    </dsp:sp>
    <dsp:sp modelId="{258F7FC9-9781-4713-9C8F-216205CEF6D8}">
      <dsp:nvSpPr>
        <dsp:cNvPr id="0" name=""/>
        <dsp:cNvSpPr/>
      </dsp:nvSpPr>
      <dsp:spPr>
        <a:xfrm>
          <a:off x="6223273" y="2714801"/>
          <a:ext cx="2720421" cy="1102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b="0" i="0" kern="1200" baseline="0" dirty="0"/>
            <a:t>Initiates UDS requests over CAN to read/clear DTCs</a:t>
          </a:r>
          <a:endParaRPr lang="en-US" sz="1800" kern="1200" dirty="0"/>
        </a:p>
        <a:p>
          <a:pPr marL="0" lvl="0" indent="0" algn="ctr" defTabSz="800100">
            <a:lnSpc>
              <a:spcPct val="100000"/>
            </a:lnSpc>
            <a:spcBef>
              <a:spcPct val="0"/>
            </a:spcBef>
            <a:spcAft>
              <a:spcPct val="35000"/>
            </a:spcAft>
            <a:buNone/>
          </a:pPr>
          <a:r>
            <a:rPr lang="en-US" sz="1800" b="0" i="0" kern="1200" baseline="0" dirty="0"/>
            <a:t>Displays diagnostic results in the dashboard</a:t>
          </a:r>
          <a:endParaRPr lang="en-US" sz="1800" kern="1200" dirty="0"/>
        </a:p>
      </dsp:txBody>
      <dsp:txXfrm>
        <a:off x="6223273" y="2714801"/>
        <a:ext cx="2720421" cy="1102353"/>
      </dsp:txXfrm>
    </dsp:sp>
    <dsp:sp modelId="{71043B12-C833-4A99-85CA-95D1B9EFDF0F}">
      <dsp:nvSpPr>
        <dsp:cNvPr id="0" name=""/>
        <dsp:cNvSpPr/>
      </dsp:nvSpPr>
      <dsp:spPr>
        <a:xfrm>
          <a:off x="10292793" y="1448639"/>
          <a:ext cx="781813" cy="7818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BB6BEDE-AC1F-46AE-8281-6C4BB0EE6E25}">
      <dsp:nvSpPr>
        <dsp:cNvPr id="0" name=""/>
        <dsp:cNvSpPr/>
      </dsp:nvSpPr>
      <dsp:spPr>
        <a:xfrm>
          <a:off x="9566823" y="2332346"/>
          <a:ext cx="2233753" cy="3350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b="1"/>
          </a:pPr>
          <a:r>
            <a:rPr lang="en-US" sz="1700" b="1" i="0" kern="1200" baseline="0"/>
            <a:t>Flask Web Dashboard</a:t>
          </a:r>
          <a:endParaRPr lang="en-US" sz="1700" kern="1200"/>
        </a:p>
      </dsp:txBody>
      <dsp:txXfrm>
        <a:off x="9566823" y="2332346"/>
        <a:ext cx="2233753" cy="335063"/>
      </dsp:txXfrm>
    </dsp:sp>
    <dsp:sp modelId="{AD47D463-EC67-419A-A604-EBE503BF7778}">
      <dsp:nvSpPr>
        <dsp:cNvPr id="0" name=""/>
        <dsp:cNvSpPr/>
      </dsp:nvSpPr>
      <dsp:spPr>
        <a:xfrm>
          <a:off x="9334602" y="2714801"/>
          <a:ext cx="2698196" cy="1102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b="0" i="0" kern="1200" baseline="0" dirty="0"/>
            <a:t>Displays live charts for speed, temperature, and distance</a:t>
          </a:r>
          <a:endParaRPr lang="en-US" sz="1800" kern="1200" dirty="0"/>
        </a:p>
        <a:p>
          <a:pPr marL="0" lvl="0" indent="0" algn="ctr" defTabSz="800100">
            <a:lnSpc>
              <a:spcPct val="100000"/>
            </a:lnSpc>
            <a:spcBef>
              <a:spcPct val="0"/>
            </a:spcBef>
            <a:spcAft>
              <a:spcPct val="35000"/>
            </a:spcAft>
            <a:buNone/>
          </a:pPr>
          <a:r>
            <a:rPr lang="en-US" sz="1800" b="0" i="0" kern="1200" baseline="0" dirty="0"/>
            <a:t>Shows progress bar during OTA updates</a:t>
          </a:r>
          <a:endParaRPr lang="en-US" sz="1800" kern="1200" dirty="0"/>
        </a:p>
        <a:p>
          <a:pPr marL="0" lvl="0" indent="0" algn="ctr" defTabSz="800100">
            <a:lnSpc>
              <a:spcPct val="100000"/>
            </a:lnSpc>
            <a:spcBef>
              <a:spcPct val="0"/>
            </a:spcBef>
            <a:spcAft>
              <a:spcPct val="35000"/>
            </a:spcAft>
            <a:buNone/>
          </a:pPr>
          <a:r>
            <a:rPr lang="en-US" sz="1800" b="0" i="0" kern="1200" baseline="0" dirty="0"/>
            <a:t>Lists active DTC codes and system status</a:t>
          </a:r>
          <a:endParaRPr lang="en-US" sz="1800" kern="1200" dirty="0"/>
        </a:p>
      </dsp:txBody>
      <dsp:txXfrm>
        <a:off x="9334602" y="2714801"/>
        <a:ext cx="2698196" cy="110235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558CD4-E6A4-4283-85E2-FA4A2DFD437B}">
      <dsp:nvSpPr>
        <dsp:cNvPr id="0" name=""/>
        <dsp:cNvSpPr/>
      </dsp:nvSpPr>
      <dsp:spPr>
        <a:xfrm>
          <a:off x="0" y="708"/>
          <a:ext cx="11353800" cy="59876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E61F58-9ED9-4F5C-8FCD-18B258D93019}">
      <dsp:nvSpPr>
        <dsp:cNvPr id="0" name=""/>
        <dsp:cNvSpPr/>
      </dsp:nvSpPr>
      <dsp:spPr>
        <a:xfrm>
          <a:off x="181127" y="135431"/>
          <a:ext cx="329322" cy="32932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DEA630-5A7E-4D4D-A67F-C1D77C0AB697}">
      <dsp:nvSpPr>
        <dsp:cNvPr id="0" name=""/>
        <dsp:cNvSpPr/>
      </dsp:nvSpPr>
      <dsp:spPr>
        <a:xfrm>
          <a:off x="691577" y="708"/>
          <a:ext cx="10631348" cy="654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311" tIns="69311" rIns="69311" bIns="69311" numCol="1" spcCol="1270" anchor="ctr" anchorCtr="0">
          <a:noAutofit/>
        </a:bodyPr>
        <a:lstStyle/>
        <a:p>
          <a:pPr marL="0" lvl="0" indent="0" algn="l" defTabSz="800100">
            <a:lnSpc>
              <a:spcPct val="100000"/>
            </a:lnSpc>
            <a:spcBef>
              <a:spcPct val="0"/>
            </a:spcBef>
            <a:spcAft>
              <a:spcPct val="35000"/>
            </a:spcAft>
            <a:buNone/>
          </a:pPr>
          <a:r>
            <a:rPr lang="en-GB" sz="1800" kern="1200" dirty="0"/>
            <a:t>Multi-Master Protocol : Each node can send data or receive data at any time </a:t>
          </a:r>
          <a:endParaRPr lang="en-US" sz="1800" kern="1200" dirty="0"/>
        </a:p>
      </dsp:txBody>
      <dsp:txXfrm>
        <a:off x="691577" y="708"/>
        <a:ext cx="10631348" cy="654903"/>
      </dsp:txXfrm>
    </dsp:sp>
    <dsp:sp modelId="{64E21C2F-EC76-4244-80CD-AE6F54DCFAA7}">
      <dsp:nvSpPr>
        <dsp:cNvPr id="0" name=""/>
        <dsp:cNvSpPr/>
      </dsp:nvSpPr>
      <dsp:spPr>
        <a:xfrm>
          <a:off x="0" y="819337"/>
          <a:ext cx="11353800" cy="59876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A7D801-C0BC-48EA-8CB6-C97F894C8958}">
      <dsp:nvSpPr>
        <dsp:cNvPr id="0" name=""/>
        <dsp:cNvSpPr/>
      </dsp:nvSpPr>
      <dsp:spPr>
        <a:xfrm>
          <a:off x="181127" y="954060"/>
          <a:ext cx="329322" cy="32932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8EC37A-51A3-463D-AA0A-51588511479E}">
      <dsp:nvSpPr>
        <dsp:cNvPr id="0" name=""/>
        <dsp:cNvSpPr/>
      </dsp:nvSpPr>
      <dsp:spPr>
        <a:xfrm>
          <a:off x="691577" y="819337"/>
          <a:ext cx="10631348" cy="654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311" tIns="69311" rIns="69311" bIns="69311" numCol="1" spcCol="1270" anchor="ctr" anchorCtr="0">
          <a:noAutofit/>
        </a:bodyPr>
        <a:lstStyle/>
        <a:p>
          <a:pPr marL="0" lvl="0" indent="0" algn="l" defTabSz="800100">
            <a:lnSpc>
              <a:spcPct val="100000"/>
            </a:lnSpc>
            <a:spcBef>
              <a:spcPct val="0"/>
            </a:spcBef>
            <a:spcAft>
              <a:spcPct val="35000"/>
            </a:spcAft>
            <a:buNone/>
          </a:pPr>
          <a:r>
            <a:rPr lang="en-GB" sz="1800" kern="1200" dirty="0"/>
            <a:t>Half-duplex</a:t>
          </a:r>
          <a:r>
            <a:rPr lang="en-GB" sz="1600" kern="1200" dirty="0"/>
            <a:t> </a:t>
          </a:r>
          <a:endParaRPr lang="en-US" sz="1600" kern="1200" dirty="0"/>
        </a:p>
      </dsp:txBody>
      <dsp:txXfrm>
        <a:off x="691577" y="819337"/>
        <a:ext cx="10631348" cy="654903"/>
      </dsp:txXfrm>
    </dsp:sp>
    <dsp:sp modelId="{C12605FA-4579-4E29-971E-ED2A1F412F9A}">
      <dsp:nvSpPr>
        <dsp:cNvPr id="0" name=""/>
        <dsp:cNvSpPr/>
      </dsp:nvSpPr>
      <dsp:spPr>
        <a:xfrm>
          <a:off x="0" y="1637966"/>
          <a:ext cx="11353800" cy="59876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135B89-41E4-4862-83E1-C58D4AAF6338}">
      <dsp:nvSpPr>
        <dsp:cNvPr id="0" name=""/>
        <dsp:cNvSpPr/>
      </dsp:nvSpPr>
      <dsp:spPr>
        <a:xfrm>
          <a:off x="181127" y="1772689"/>
          <a:ext cx="329322" cy="32932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FE7D986-7E0E-48A1-AF55-14CADFCFA2C5}">
      <dsp:nvSpPr>
        <dsp:cNvPr id="0" name=""/>
        <dsp:cNvSpPr/>
      </dsp:nvSpPr>
      <dsp:spPr>
        <a:xfrm>
          <a:off x="691577" y="1637966"/>
          <a:ext cx="10631348" cy="654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311" tIns="69311" rIns="69311" bIns="69311" numCol="1" spcCol="1270" anchor="ctr" anchorCtr="0">
          <a:noAutofit/>
        </a:bodyPr>
        <a:lstStyle/>
        <a:p>
          <a:pPr marL="0" lvl="0" indent="0" algn="l" defTabSz="800100">
            <a:lnSpc>
              <a:spcPct val="100000"/>
            </a:lnSpc>
            <a:spcBef>
              <a:spcPct val="0"/>
            </a:spcBef>
            <a:spcAft>
              <a:spcPct val="35000"/>
            </a:spcAft>
            <a:buNone/>
          </a:pPr>
          <a:r>
            <a:rPr lang="en-GB" sz="1800" kern="1200" dirty="0"/>
            <a:t>fault-tolerant protocol that fits well with the requirements of automotive applications. </a:t>
          </a:r>
          <a:endParaRPr lang="en-US" sz="1800" kern="1200" dirty="0"/>
        </a:p>
      </dsp:txBody>
      <dsp:txXfrm>
        <a:off x="691577" y="1637966"/>
        <a:ext cx="10631348" cy="654903"/>
      </dsp:txXfrm>
    </dsp:sp>
    <dsp:sp modelId="{054FC105-72DD-41BE-81A2-5ABDC4F40801}">
      <dsp:nvSpPr>
        <dsp:cNvPr id="0" name=""/>
        <dsp:cNvSpPr/>
      </dsp:nvSpPr>
      <dsp:spPr>
        <a:xfrm>
          <a:off x="0" y="2456595"/>
          <a:ext cx="11353800" cy="59876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0BBE00-C43D-4FDF-AC65-CB30D0AC4CC4}">
      <dsp:nvSpPr>
        <dsp:cNvPr id="0" name=""/>
        <dsp:cNvSpPr/>
      </dsp:nvSpPr>
      <dsp:spPr>
        <a:xfrm>
          <a:off x="181127" y="2591318"/>
          <a:ext cx="329322" cy="32932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011E25B-A73C-4B8A-9DDA-63EDA6FB7927}">
      <dsp:nvSpPr>
        <dsp:cNvPr id="0" name=""/>
        <dsp:cNvSpPr/>
      </dsp:nvSpPr>
      <dsp:spPr>
        <a:xfrm>
          <a:off x="691577" y="2456595"/>
          <a:ext cx="10631348" cy="654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311" tIns="69311" rIns="69311" bIns="69311" numCol="1" spcCol="1270" anchor="ctr" anchorCtr="0">
          <a:noAutofit/>
        </a:bodyPr>
        <a:lstStyle/>
        <a:p>
          <a:pPr marL="0" lvl="0" indent="0" algn="l" defTabSz="800100">
            <a:lnSpc>
              <a:spcPct val="100000"/>
            </a:lnSpc>
            <a:spcBef>
              <a:spcPct val="0"/>
            </a:spcBef>
            <a:spcAft>
              <a:spcPct val="35000"/>
            </a:spcAft>
            <a:buNone/>
          </a:pPr>
          <a:r>
            <a:rPr lang="en-GB" sz="1800" kern="1200" dirty="0"/>
            <a:t>Simple</a:t>
          </a:r>
          <a:r>
            <a:rPr lang="en-GB" sz="1600" kern="1200" dirty="0"/>
            <a:t> </a:t>
          </a:r>
          <a:endParaRPr lang="en-US" sz="1600" kern="1200" dirty="0"/>
        </a:p>
      </dsp:txBody>
      <dsp:txXfrm>
        <a:off x="691577" y="2456595"/>
        <a:ext cx="10631348" cy="654903"/>
      </dsp:txXfrm>
    </dsp:sp>
    <dsp:sp modelId="{310E8FDC-A331-44DD-9DA2-B1176B7BF294}">
      <dsp:nvSpPr>
        <dsp:cNvPr id="0" name=""/>
        <dsp:cNvSpPr/>
      </dsp:nvSpPr>
      <dsp:spPr>
        <a:xfrm>
          <a:off x="0" y="3275224"/>
          <a:ext cx="11353800" cy="59876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448F8B-D914-4DB4-80D3-C1E575832100}">
      <dsp:nvSpPr>
        <dsp:cNvPr id="0" name=""/>
        <dsp:cNvSpPr/>
      </dsp:nvSpPr>
      <dsp:spPr>
        <a:xfrm>
          <a:off x="181127" y="3409947"/>
          <a:ext cx="329322" cy="32932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738DECC-EB02-4140-B920-5DEA55526A4C}">
      <dsp:nvSpPr>
        <dsp:cNvPr id="0" name=""/>
        <dsp:cNvSpPr/>
      </dsp:nvSpPr>
      <dsp:spPr>
        <a:xfrm>
          <a:off x="691577" y="3275224"/>
          <a:ext cx="10631348" cy="654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311" tIns="69311" rIns="69311" bIns="69311" numCol="1" spcCol="1270" anchor="ctr" anchorCtr="0">
          <a:noAutofit/>
        </a:bodyPr>
        <a:lstStyle/>
        <a:p>
          <a:pPr marL="0" lvl="0" indent="0" algn="l" defTabSz="800100">
            <a:lnSpc>
              <a:spcPct val="100000"/>
            </a:lnSpc>
            <a:spcBef>
              <a:spcPct val="0"/>
            </a:spcBef>
            <a:spcAft>
              <a:spcPct val="35000"/>
            </a:spcAft>
            <a:buNone/>
          </a:pPr>
          <a:r>
            <a:rPr lang="en-GB" sz="1800" kern="1200" dirty="0"/>
            <a:t>Low-cost</a:t>
          </a:r>
          <a:r>
            <a:rPr lang="en-GB" sz="1600" kern="1200" dirty="0"/>
            <a:t> </a:t>
          </a:r>
          <a:endParaRPr lang="en-US" sz="1600" kern="1200" dirty="0"/>
        </a:p>
      </dsp:txBody>
      <dsp:txXfrm>
        <a:off x="691577" y="3275224"/>
        <a:ext cx="10631348" cy="654903"/>
      </dsp:txXfrm>
    </dsp:sp>
    <dsp:sp modelId="{01ADB4FF-9560-4B8A-A8D8-BE095DFA91E5}">
      <dsp:nvSpPr>
        <dsp:cNvPr id="0" name=""/>
        <dsp:cNvSpPr/>
      </dsp:nvSpPr>
      <dsp:spPr>
        <a:xfrm>
          <a:off x="0" y="4093853"/>
          <a:ext cx="11353800" cy="59876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1225CF-06A2-4DF0-B817-71E6771DF84A}">
      <dsp:nvSpPr>
        <dsp:cNvPr id="0" name=""/>
        <dsp:cNvSpPr/>
      </dsp:nvSpPr>
      <dsp:spPr>
        <a:xfrm>
          <a:off x="181127" y="4228576"/>
          <a:ext cx="329322" cy="329322"/>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AEF506E-1133-4E09-B857-A1CD4E1313B3}">
      <dsp:nvSpPr>
        <dsp:cNvPr id="0" name=""/>
        <dsp:cNvSpPr/>
      </dsp:nvSpPr>
      <dsp:spPr>
        <a:xfrm>
          <a:off x="691577" y="4093853"/>
          <a:ext cx="10631348" cy="654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311" tIns="69311" rIns="69311" bIns="69311" numCol="1" spcCol="1270" anchor="ctr" anchorCtr="0">
          <a:noAutofit/>
        </a:bodyPr>
        <a:lstStyle/>
        <a:p>
          <a:pPr marL="0" lvl="0" indent="0" algn="l" defTabSz="800100">
            <a:lnSpc>
              <a:spcPct val="100000"/>
            </a:lnSpc>
            <a:spcBef>
              <a:spcPct val="0"/>
            </a:spcBef>
            <a:spcAft>
              <a:spcPct val="35000"/>
            </a:spcAft>
            <a:buNone/>
          </a:pPr>
          <a:r>
            <a:rPr lang="en-GB" sz="1800" kern="1200" dirty="0"/>
            <a:t>reliable </a:t>
          </a:r>
          <a:endParaRPr lang="en-US" sz="1800" kern="1200" dirty="0"/>
        </a:p>
      </dsp:txBody>
      <dsp:txXfrm>
        <a:off x="691577" y="4093853"/>
        <a:ext cx="10631348" cy="654903"/>
      </dsp:txXfrm>
    </dsp:sp>
    <dsp:sp modelId="{AB26A86F-D30E-454E-A0B5-E8DC43768465}">
      <dsp:nvSpPr>
        <dsp:cNvPr id="0" name=""/>
        <dsp:cNvSpPr/>
      </dsp:nvSpPr>
      <dsp:spPr>
        <a:xfrm>
          <a:off x="0" y="5024035"/>
          <a:ext cx="11353800" cy="59876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929462-5C0D-41B3-8B78-6A1FE54E12C1}">
      <dsp:nvSpPr>
        <dsp:cNvPr id="0" name=""/>
        <dsp:cNvSpPr/>
      </dsp:nvSpPr>
      <dsp:spPr>
        <a:xfrm>
          <a:off x="181127" y="5158758"/>
          <a:ext cx="329322" cy="329322"/>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3288B0-0573-43F8-A632-B56B206B7A69}">
      <dsp:nvSpPr>
        <dsp:cNvPr id="0" name=""/>
        <dsp:cNvSpPr/>
      </dsp:nvSpPr>
      <dsp:spPr>
        <a:xfrm>
          <a:off x="691577" y="4912482"/>
          <a:ext cx="10631348" cy="8780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311" tIns="69311" rIns="69311" bIns="69311" numCol="1" spcCol="1270" anchor="ctr" anchorCtr="0">
          <a:noAutofit/>
        </a:bodyPr>
        <a:lstStyle/>
        <a:p>
          <a:pPr marL="0" lvl="0" indent="0" algn="l" defTabSz="800100">
            <a:lnSpc>
              <a:spcPct val="100000"/>
            </a:lnSpc>
            <a:spcBef>
              <a:spcPct val="0"/>
            </a:spcBef>
            <a:spcAft>
              <a:spcPct val="35000"/>
            </a:spcAft>
            <a:buNone/>
          </a:pPr>
          <a:r>
            <a:rPr lang="en-GB" sz="1800" kern="1200" dirty="0"/>
            <a:t>can be used in harsh environments. The CAN bus provides one point of entry for all the ECUs in the vehicle, which makes it easy to connect and diagnose.</a:t>
          </a:r>
          <a:endParaRPr lang="en-US" sz="1800" kern="1200" dirty="0"/>
        </a:p>
      </dsp:txBody>
      <dsp:txXfrm>
        <a:off x="691577" y="4912482"/>
        <a:ext cx="10631348" cy="87800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3CA54A-F674-4DF9-96B1-F006AB1D0A74}">
      <dsp:nvSpPr>
        <dsp:cNvPr id="0" name=""/>
        <dsp:cNvSpPr/>
      </dsp:nvSpPr>
      <dsp:spPr>
        <a:xfrm>
          <a:off x="8806954" y="1162998"/>
          <a:ext cx="1623472" cy="1623163"/>
        </a:xfrm>
        <a:prstGeom prst="ellips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66A1C5-9F48-4806-9296-8496F85D1B5F}">
      <dsp:nvSpPr>
        <dsp:cNvPr id="0" name=""/>
        <dsp:cNvSpPr/>
      </dsp:nvSpPr>
      <dsp:spPr>
        <a:xfrm>
          <a:off x="8861619" y="1217113"/>
          <a:ext cx="1515172" cy="1514933"/>
        </a:xfrm>
        <a:prstGeom prst="ellipse">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i="0" kern="1200" baseline="0"/>
            <a:t>Activation &amp; Verification</a:t>
          </a:r>
          <a:endParaRPr lang="en-US" sz="1500" kern="1200"/>
        </a:p>
      </dsp:txBody>
      <dsp:txXfrm>
        <a:off x="9078220" y="1433573"/>
        <a:ext cx="1081971" cy="1082014"/>
      </dsp:txXfrm>
    </dsp:sp>
    <dsp:sp modelId="{CFDB91CB-9B5B-4083-9119-700EC464E696}">
      <dsp:nvSpPr>
        <dsp:cNvPr id="0" name=""/>
        <dsp:cNvSpPr/>
      </dsp:nvSpPr>
      <dsp:spPr>
        <a:xfrm rot="2700000">
          <a:off x="7129961" y="1162816"/>
          <a:ext cx="1623243" cy="1623243"/>
        </a:xfrm>
        <a:prstGeom prst="teardrop">
          <a:avLst>
            <a:gd name="adj" fmla="val 10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E376A2-40DB-40AB-B5BD-2729CC6E6102}">
      <dsp:nvSpPr>
        <dsp:cNvPr id="0" name=""/>
        <dsp:cNvSpPr/>
      </dsp:nvSpPr>
      <dsp:spPr>
        <a:xfrm>
          <a:off x="7184513" y="1217113"/>
          <a:ext cx="1515172" cy="1514933"/>
        </a:xfrm>
        <a:prstGeom prst="ellipse">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i="0" kern="1200" baseline="0"/>
            <a:t>Bootloader Update</a:t>
          </a:r>
          <a:endParaRPr lang="en-US" sz="1500" kern="1200"/>
        </a:p>
      </dsp:txBody>
      <dsp:txXfrm>
        <a:off x="7401113" y="1433573"/>
        <a:ext cx="1081971" cy="1082014"/>
      </dsp:txXfrm>
    </dsp:sp>
    <dsp:sp modelId="{2870C400-5834-40F1-9D12-1A1CCD9F2610}">
      <dsp:nvSpPr>
        <dsp:cNvPr id="0" name=""/>
        <dsp:cNvSpPr/>
      </dsp:nvSpPr>
      <dsp:spPr>
        <a:xfrm rot="2700000">
          <a:off x="5452854" y="1162816"/>
          <a:ext cx="1623243" cy="1623243"/>
        </a:xfrm>
        <a:prstGeom prst="teardrop">
          <a:avLst>
            <a:gd name="adj" fmla="val 10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2C01E9-B625-485B-BFD6-8A686F1AE9EB}">
      <dsp:nvSpPr>
        <dsp:cNvPr id="0" name=""/>
        <dsp:cNvSpPr/>
      </dsp:nvSpPr>
      <dsp:spPr>
        <a:xfrm>
          <a:off x="5507406" y="1217113"/>
          <a:ext cx="1515172" cy="1514933"/>
        </a:xfrm>
        <a:prstGeom prst="ellips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i="0" kern="1200" baseline="0"/>
            <a:t>Bootloader Handoff</a:t>
          </a:r>
          <a:endParaRPr lang="en-US" sz="1500" kern="1200"/>
        </a:p>
      </dsp:txBody>
      <dsp:txXfrm>
        <a:off x="5724006" y="1433573"/>
        <a:ext cx="1081971" cy="1082014"/>
      </dsp:txXfrm>
    </dsp:sp>
    <dsp:sp modelId="{32F15977-C791-4A83-B55B-C7BB129430AB}">
      <dsp:nvSpPr>
        <dsp:cNvPr id="0" name=""/>
        <dsp:cNvSpPr/>
      </dsp:nvSpPr>
      <dsp:spPr>
        <a:xfrm rot="2700000">
          <a:off x="3775748" y="1162816"/>
          <a:ext cx="1623243" cy="1623243"/>
        </a:xfrm>
        <a:prstGeom prst="teardrop">
          <a:avLst>
            <a:gd name="adj" fmla="val 10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0E0FCA-6294-42A2-B4FD-E3D06FBE47D8}">
      <dsp:nvSpPr>
        <dsp:cNvPr id="0" name=""/>
        <dsp:cNvSpPr/>
      </dsp:nvSpPr>
      <dsp:spPr>
        <a:xfrm>
          <a:off x="3830299" y="1217113"/>
          <a:ext cx="1515172" cy="1514933"/>
        </a:xfrm>
        <a:prstGeom prst="ellipse">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i="0" kern="1200" baseline="0"/>
            <a:t>CAN Transfer</a:t>
          </a:r>
          <a:endParaRPr lang="en-US" sz="1500" kern="1200"/>
        </a:p>
      </dsp:txBody>
      <dsp:txXfrm>
        <a:off x="4045868" y="1433573"/>
        <a:ext cx="1081971" cy="1082014"/>
      </dsp:txXfrm>
    </dsp:sp>
    <dsp:sp modelId="{07F23597-F66C-4127-80EF-1238D140B512}">
      <dsp:nvSpPr>
        <dsp:cNvPr id="0" name=""/>
        <dsp:cNvSpPr/>
      </dsp:nvSpPr>
      <dsp:spPr>
        <a:xfrm rot="2700000">
          <a:off x="2098641" y="1162816"/>
          <a:ext cx="1623243" cy="1623243"/>
        </a:xfrm>
        <a:prstGeom prst="teardrop">
          <a:avLst>
            <a:gd name="adj" fmla="val 10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484C69D-1D2E-4D6D-A4F3-9A409B2103BA}">
      <dsp:nvSpPr>
        <dsp:cNvPr id="0" name=""/>
        <dsp:cNvSpPr/>
      </dsp:nvSpPr>
      <dsp:spPr>
        <a:xfrm>
          <a:off x="2153192" y="1217113"/>
          <a:ext cx="1515172" cy="1514933"/>
        </a:xfrm>
        <a:prstGeom prst="ellipse">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i="0" kern="1200" baseline="0" dirty="0"/>
            <a:t>Download </a:t>
          </a:r>
          <a:endParaRPr lang="en-US" sz="1500" kern="1200" dirty="0"/>
        </a:p>
      </dsp:txBody>
      <dsp:txXfrm>
        <a:off x="2368761" y="1433573"/>
        <a:ext cx="1081971" cy="1082014"/>
      </dsp:txXfrm>
    </dsp:sp>
    <dsp:sp modelId="{B43D3C7D-172A-4AE4-AF03-E1D333DC0A20}">
      <dsp:nvSpPr>
        <dsp:cNvPr id="0" name=""/>
        <dsp:cNvSpPr/>
      </dsp:nvSpPr>
      <dsp:spPr>
        <a:xfrm rot="2700000">
          <a:off x="421534" y="1162816"/>
          <a:ext cx="1623243" cy="1623243"/>
        </a:xfrm>
        <a:prstGeom prst="teardrop">
          <a:avLst>
            <a:gd name="adj" fmla="val 10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E80A5A-9137-4B4A-B045-02906CC5FADB}">
      <dsp:nvSpPr>
        <dsp:cNvPr id="0" name=""/>
        <dsp:cNvSpPr/>
      </dsp:nvSpPr>
      <dsp:spPr>
        <a:xfrm>
          <a:off x="475054" y="1217113"/>
          <a:ext cx="1515172" cy="1514933"/>
        </a:xfrm>
        <a:prstGeom prst="ellipse">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i="0" kern="1200" baseline="0"/>
            <a:t>Version Check</a:t>
          </a:r>
          <a:endParaRPr lang="en-US" sz="1500" kern="1200"/>
        </a:p>
      </dsp:txBody>
      <dsp:txXfrm>
        <a:off x="691655" y="1433573"/>
        <a:ext cx="1081971" cy="108201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751DD8-C3DB-4C9F-92E3-F36A86C4F93B}">
      <dsp:nvSpPr>
        <dsp:cNvPr id="0" name=""/>
        <dsp:cNvSpPr/>
      </dsp:nvSpPr>
      <dsp:spPr>
        <a:xfrm>
          <a:off x="2375337" y="2185"/>
          <a:ext cx="9501348" cy="958936"/>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4353" tIns="243570" rIns="184353" bIns="243570" numCol="1" spcCol="1270" anchor="ctr" anchorCtr="0">
          <a:noAutofit/>
        </a:bodyPr>
        <a:lstStyle/>
        <a:p>
          <a:pPr marL="0" lvl="0" indent="0" algn="l" defTabSz="889000">
            <a:lnSpc>
              <a:spcPct val="100000"/>
            </a:lnSpc>
            <a:spcBef>
              <a:spcPct val="0"/>
            </a:spcBef>
            <a:spcAft>
              <a:spcPct val="35000"/>
            </a:spcAft>
            <a:buNone/>
          </a:pPr>
          <a:r>
            <a:rPr lang="en-US" sz="2000" b="0" i="0" kern="1200" baseline="0" dirty="0"/>
            <a:t>Continuous monitoring uncovers anomalies before they escalate into major failures.</a:t>
          </a:r>
          <a:endParaRPr lang="en-US" sz="2000" kern="1200" dirty="0"/>
        </a:p>
      </dsp:txBody>
      <dsp:txXfrm>
        <a:off x="2375337" y="2185"/>
        <a:ext cx="9501348" cy="958936"/>
      </dsp:txXfrm>
    </dsp:sp>
    <dsp:sp modelId="{943FF4B2-E6D7-4AA7-A7CE-D0B02B4D380B}">
      <dsp:nvSpPr>
        <dsp:cNvPr id="0" name=""/>
        <dsp:cNvSpPr/>
      </dsp:nvSpPr>
      <dsp:spPr>
        <a:xfrm>
          <a:off x="0" y="2185"/>
          <a:ext cx="2375337" cy="958936"/>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695" tIns="94722" rIns="125695" bIns="94722" numCol="1" spcCol="1270" anchor="ctr" anchorCtr="0">
          <a:noAutofit/>
        </a:bodyPr>
        <a:lstStyle/>
        <a:p>
          <a:pPr marL="0" lvl="0" indent="0" algn="ctr" defTabSz="977900">
            <a:lnSpc>
              <a:spcPct val="100000"/>
            </a:lnSpc>
            <a:spcBef>
              <a:spcPct val="0"/>
            </a:spcBef>
            <a:spcAft>
              <a:spcPct val="35000"/>
            </a:spcAft>
            <a:buNone/>
            <a:defRPr b="1"/>
          </a:pPr>
          <a:r>
            <a:rPr lang="en-US" sz="2200" b="1" i="0" kern="1200" baseline="0" dirty="0"/>
            <a:t>Early Problem Detection</a:t>
          </a:r>
          <a:endParaRPr lang="en-US" sz="2200" kern="1200" dirty="0"/>
        </a:p>
      </dsp:txBody>
      <dsp:txXfrm>
        <a:off x="0" y="2185"/>
        <a:ext cx="2375337" cy="958936"/>
      </dsp:txXfrm>
    </dsp:sp>
    <dsp:sp modelId="{094CE2C0-FB36-430A-B04A-4AB27EFCCCD9}">
      <dsp:nvSpPr>
        <dsp:cNvPr id="0" name=""/>
        <dsp:cNvSpPr/>
      </dsp:nvSpPr>
      <dsp:spPr>
        <a:xfrm>
          <a:off x="2375337" y="1018658"/>
          <a:ext cx="9501348" cy="958936"/>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4353" tIns="243570" rIns="184353" bIns="243570" numCol="1" spcCol="1270" anchor="ctr" anchorCtr="0">
          <a:noAutofit/>
        </a:bodyPr>
        <a:lstStyle/>
        <a:p>
          <a:pPr marL="0" lvl="0" indent="0" algn="l" defTabSz="889000">
            <a:lnSpc>
              <a:spcPct val="100000"/>
            </a:lnSpc>
            <a:spcBef>
              <a:spcPct val="0"/>
            </a:spcBef>
            <a:spcAft>
              <a:spcPct val="35000"/>
            </a:spcAft>
            <a:buNone/>
          </a:pPr>
          <a:r>
            <a:rPr lang="en-US" sz="2000" b="0" i="0" kern="1200" baseline="0" dirty="0"/>
            <a:t>Identifies issues (e.g., misfires, sensor drift) that degrade mileage, leading to lower fuel costs.</a:t>
          </a:r>
          <a:endParaRPr lang="en-US" sz="2000" kern="1200" dirty="0"/>
        </a:p>
      </dsp:txBody>
      <dsp:txXfrm>
        <a:off x="2375337" y="1018658"/>
        <a:ext cx="9501348" cy="958936"/>
      </dsp:txXfrm>
    </dsp:sp>
    <dsp:sp modelId="{237E32C2-6782-4AA8-9963-86682FAFA145}">
      <dsp:nvSpPr>
        <dsp:cNvPr id="0" name=""/>
        <dsp:cNvSpPr/>
      </dsp:nvSpPr>
      <dsp:spPr>
        <a:xfrm>
          <a:off x="0" y="1018658"/>
          <a:ext cx="2375337" cy="958936"/>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695" tIns="94722" rIns="125695" bIns="94722" numCol="1" spcCol="1270" anchor="ctr" anchorCtr="0">
          <a:noAutofit/>
        </a:bodyPr>
        <a:lstStyle/>
        <a:p>
          <a:pPr marL="0" lvl="0" indent="0" algn="ctr" defTabSz="977900">
            <a:lnSpc>
              <a:spcPct val="100000"/>
            </a:lnSpc>
            <a:spcBef>
              <a:spcPct val="0"/>
            </a:spcBef>
            <a:spcAft>
              <a:spcPct val="35000"/>
            </a:spcAft>
            <a:buNone/>
            <a:defRPr b="1"/>
          </a:pPr>
          <a:r>
            <a:rPr lang="en-US" sz="2200" b="1" i="0" kern="1200" baseline="0" dirty="0"/>
            <a:t>Improved Fuel Efficiency</a:t>
          </a:r>
          <a:endParaRPr lang="en-US" sz="2200" kern="1200" dirty="0"/>
        </a:p>
      </dsp:txBody>
      <dsp:txXfrm>
        <a:off x="0" y="1018658"/>
        <a:ext cx="2375337" cy="958936"/>
      </dsp:txXfrm>
    </dsp:sp>
    <dsp:sp modelId="{1A4F3314-DD3A-4DD7-A3D0-CB3BBAC26A65}">
      <dsp:nvSpPr>
        <dsp:cNvPr id="0" name=""/>
        <dsp:cNvSpPr/>
      </dsp:nvSpPr>
      <dsp:spPr>
        <a:xfrm>
          <a:off x="2375337" y="2035131"/>
          <a:ext cx="9501348" cy="958936"/>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4353" tIns="243570" rIns="184353" bIns="243570" numCol="1" spcCol="1270" anchor="ctr" anchorCtr="0">
          <a:noAutofit/>
        </a:bodyPr>
        <a:lstStyle/>
        <a:p>
          <a:pPr marL="0" lvl="0" indent="0" algn="l" defTabSz="889000">
            <a:lnSpc>
              <a:spcPct val="100000"/>
            </a:lnSpc>
            <a:spcBef>
              <a:spcPct val="0"/>
            </a:spcBef>
            <a:spcAft>
              <a:spcPct val="35000"/>
            </a:spcAft>
            <a:buNone/>
          </a:pPr>
          <a:r>
            <a:rPr lang="en-US" sz="2000" b="0" i="0" kern="1200" baseline="0" dirty="0"/>
            <a:t>Addressing minor faults early prevents expensive repairs and reduces overall maintenance bills.</a:t>
          </a:r>
          <a:endParaRPr lang="en-US" sz="2000" kern="1200" dirty="0"/>
        </a:p>
      </dsp:txBody>
      <dsp:txXfrm>
        <a:off x="2375337" y="2035131"/>
        <a:ext cx="9501348" cy="958936"/>
      </dsp:txXfrm>
    </dsp:sp>
    <dsp:sp modelId="{9FBA3474-9554-4274-9F46-148DAF1DA1B2}">
      <dsp:nvSpPr>
        <dsp:cNvPr id="0" name=""/>
        <dsp:cNvSpPr/>
      </dsp:nvSpPr>
      <dsp:spPr>
        <a:xfrm>
          <a:off x="0" y="2035131"/>
          <a:ext cx="2375337" cy="958936"/>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695" tIns="94722" rIns="125695" bIns="94722" numCol="1" spcCol="1270" anchor="ctr" anchorCtr="0">
          <a:noAutofit/>
        </a:bodyPr>
        <a:lstStyle/>
        <a:p>
          <a:pPr marL="0" lvl="0" indent="0" algn="ctr" defTabSz="977900">
            <a:lnSpc>
              <a:spcPct val="100000"/>
            </a:lnSpc>
            <a:spcBef>
              <a:spcPct val="0"/>
            </a:spcBef>
            <a:spcAft>
              <a:spcPct val="35000"/>
            </a:spcAft>
            <a:buNone/>
            <a:defRPr b="1"/>
          </a:pPr>
          <a:r>
            <a:rPr lang="en-US" sz="2200" b="1" i="0" kern="1200" baseline="0" dirty="0"/>
            <a:t>Cost Savings</a:t>
          </a:r>
          <a:endParaRPr lang="en-US" sz="2200" kern="1200" dirty="0"/>
        </a:p>
      </dsp:txBody>
      <dsp:txXfrm>
        <a:off x="0" y="2035131"/>
        <a:ext cx="2375337" cy="958936"/>
      </dsp:txXfrm>
    </dsp:sp>
    <dsp:sp modelId="{ED397AE8-4636-4978-926B-A9BFE4973BF5}">
      <dsp:nvSpPr>
        <dsp:cNvPr id="0" name=""/>
        <dsp:cNvSpPr/>
      </dsp:nvSpPr>
      <dsp:spPr>
        <a:xfrm>
          <a:off x="2375337" y="3051604"/>
          <a:ext cx="9501348" cy="958936"/>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4353" tIns="243570" rIns="184353" bIns="243570" numCol="1" spcCol="1270" anchor="ctr" anchorCtr="0">
          <a:noAutofit/>
        </a:bodyPr>
        <a:lstStyle/>
        <a:p>
          <a:pPr marL="0" lvl="0" indent="0" algn="l" defTabSz="889000">
            <a:lnSpc>
              <a:spcPct val="100000"/>
            </a:lnSpc>
            <a:spcBef>
              <a:spcPct val="0"/>
            </a:spcBef>
            <a:spcAft>
              <a:spcPct val="35000"/>
            </a:spcAft>
            <a:buNone/>
          </a:pPr>
          <a:r>
            <a:rPr lang="en-US" sz="2000" b="0" i="0" kern="1200" baseline="0" dirty="0"/>
            <a:t>Verifies critical systems (airbags, ABS) are operating correctly, ensuring peace of mind on the road.</a:t>
          </a:r>
          <a:endParaRPr lang="en-US" sz="2000" kern="1200" dirty="0"/>
        </a:p>
      </dsp:txBody>
      <dsp:txXfrm>
        <a:off x="2375337" y="3051604"/>
        <a:ext cx="9501348" cy="958936"/>
      </dsp:txXfrm>
    </dsp:sp>
    <dsp:sp modelId="{935B9044-9421-403B-9A94-5073E53A1623}">
      <dsp:nvSpPr>
        <dsp:cNvPr id="0" name=""/>
        <dsp:cNvSpPr/>
      </dsp:nvSpPr>
      <dsp:spPr>
        <a:xfrm>
          <a:off x="0" y="3051604"/>
          <a:ext cx="2375337" cy="958936"/>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695" tIns="94722" rIns="125695" bIns="94722" numCol="1" spcCol="1270" anchor="ctr" anchorCtr="0">
          <a:noAutofit/>
        </a:bodyPr>
        <a:lstStyle/>
        <a:p>
          <a:pPr marL="0" lvl="0" indent="0" algn="ctr" defTabSz="977900">
            <a:lnSpc>
              <a:spcPct val="100000"/>
            </a:lnSpc>
            <a:spcBef>
              <a:spcPct val="0"/>
            </a:spcBef>
            <a:spcAft>
              <a:spcPct val="35000"/>
            </a:spcAft>
            <a:buNone/>
            <a:defRPr b="1"/>
          </a:pPr>
          <a:r>
            <a:rPr lang="en-US" sz="2200" b="1" i="0" kern="1200" baseline="0" dirty="0"/>
            <a:t>Enhanced Safety</a:t>
          </a:r>
          <a:endParaRPr lang="en-US" sz="2200" kern="1200" dirty="0"/>
        </a:p>
      </dsp:txBody>
      <dsp:txXfrm>
        <a:off x="0" y="3051604"/>
        <a:ext cx="2375337" cy="958936"/>
      </dsp:txXfrm>
    </dsp:sp>
    <dsp:sp modelId="{F02FA17D-1D96-4249-BCB3-1D87E42BAF23}">
      <dsp:nvSpPr>
        <dsp:cNvPr id="0" name=""/>
        <dsp:cNvSpPr/>
      </dsp:nvSpPr>
      <dsp:spPr>
        <a:xfrm>
          <a:off x="2375337" y="4068077"/>
          <a:ext cx="9501348" cy="958936"/>
        </a:xfrm>
        <a:prstGeom prst="rect">
          <a:avLst/>
        </a:prstGeom>
        <a:solidFill>
          <a:schemeClr val="accent6">
            <a:tint val="40000"/>
            <a:alpha val="90000"/>
            <a:hueOff val="0"/>
            <a:satOff val="0"/>
            <a:lumOff val="0"/>
            <a:alphaOff val="0"/>
          </a:schemeClr>
        </a:solidFill>
        <a:ln w="19050" cap="flat" cmpd="sng" algn="ctr">
          <a:solidFill>
            <a:schemeClr val="accent6">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4353" tIns="243570" rIns="184353" bIns="243570" numCol="1" spcCol="1270" anchor="ctr" anchorCtr="0">
          <a:noAutofit/>
        </a:bodyPr>
        <a:lstStyle/>
        <a:p>
          <a:pPr marL="0" lvl="0" indent="0" algn="l" defTabSz="889000">
            <a:lnSpc>
              <a:spcPct val="100000"/>
            </a:lnSpc>
            <a:spcBef>
              <a:spcPct val="0"/>
            </a:spcBef>
            <a:spcAft>
              <a:spcPct val="35000"/>
            </a:spcAft>
            <a:buNone/>
          </a:pPr>
          <a:r>
            <a:rPr lang="en-US" sz="2000" b="0" i="0" kern="1200" baseline="0" dirty="0"/>
            <a:t>Proactive maintenance reduces wear, extending the life and reliability of your car.</a:t>
          </a:r>
          <a:endParaRPr lang="en-US" sz="2000" kern="1200" dirty="0"/>
        </a:p>
      </dsp:txBody>
      <dsp:txXfrm>
        <a:off x="2375337" y="4068077"/>
        <a:ext cx="9501348" cy="958936"/>
      </dsp:txXfrm>
    </dsp:sp>
    <dsp:sp modelId="{3A1262C3-4739-4368-B4CA-C26264C8E94F}">
      <dsp:nvSpPr>
        <dsp:cNvPr id="0" name=""/>
        <dsp:cNvSpPr/>
      </dsp:nvSpPr>
      <dsp:spPr>
        <a:xfrm>
          <a:off x="0" y="4068077"/>
          <a:ext cx="2375337" cy="958936"/>
        </a:xfrm>
        <a:prstGeom prst="rect">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695" tIns="94722" rIns="125695" bIns="94722" numCol="1" spcCol="1270" anchor="ctr" anchorCtr="0">
          <a:noAutofit/>
        </a:bodyPr>
        <a:lstStyle/>
        <a:p>
          <a:pPr marL="0" lvl="0" indent="0" algn="ctr" defTabSz="977900">
            <a:lnSpc>
              <a:spcPct val="100000"/>
            </a:lnSpc>
            <a:spcBef>
              <a:spcPct val="0"/>
            </a:spcBef>
            <a:spcAft>
              <a:spcPct val="35000"/>
            </a:spcAft>
            <a:buNone/>
            <a:defRPr b="1"/>
          </a:pPr>
          <a:r>
            <a:rPr lang="en-US" sz="2200" b="1" i="0" kern="1200" baseline="0" dirty="0"/>
            <a:t>Prolonged Vehicle Lifespan</a:t>
          </a:r>
          <a:endParaRPr lang="en-US" sz="2200" kern="1200" dirty="0"/>
        </a:p>
      </dsp:txBody>
      <dsp:txXfrm>
        <a:off x="0" y="4068077"/>
        <a:ext cx="2375337" cy="95893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043DEE-05BF-425D-8BE1-9660BA0040DB}">
      <dsp:nvSpPr>
        <dsp:cNvPr id="0" name=""/>
        <dsp:cNvSpPr/>
      </dsp:nvSpPr>
      <dsp:spPr>
        <a:xfrm rot="5400000">
          <a:off x="7197464" y="-3122674"/>
          <a:ext cx="674659" cy="7091571"/>
        </a:xfrm>
        <a:prstGeom prst="round2Same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b="1" i="0" kern="1200" baseline="0"/>
            <a:t>Diagnostics Client</a:t>
          </a:r>
          <a:r>
            <a:rPr lang="en-US" sz="1700" b="0" i="0" kern="1200" baseline="0"/>
            <a:t> on Raspberry Pi sends UDS requests over CAN ID 0x7E0.</a:t>
          </a:r>
          <a:endParaRPr lang="en-US" sz="1700" kern="1200"/>
        </a:p>
      </dsp:txBody>
      <dsp:txXfrm rot="-5400000">
        <a:off x="3989008" y="118716"/>
        <a:ext cx="7058637" cy="608791"/>
      </dsp:txXfrm>
    </dsp:sp>
    <dsp:sp modelId="{186D5CA5-43AC-42B3-B2F4-4E7B10B0471E}">
      <dsp:nvSpPr>
        <dsp:cNvPr id="0" name=""/>
        <dsp:cNvSpPr/>
      </dsp:nvSpPr>
      <dsp:spPr>
        <a:xfrm>
          <a:off x="0" y="1448"/>
          <a:ext cx="3989008" cy="843324"/>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b="1" i="0" kern="1200" baseline="0"/>
            <a:t>Request Initiation</a:t>
          </a:r>
          <a:endParaRPr lang="en-US" sz="2800" kern="1200"/>
        </a:p>
      </dsp:txBody>
      <dsp:txXfrm>
        <a:off x="41168" y="42616"/>
        <a:ext cx="3906672" cy="760988"/>
      </dsp:txXfrm>
    </dsp:sp>
    <dsp:sp modelId="{C0211DB4-B741-49DE-A506-1D5520F48A87}">
      <dsp:nvSpPr>
        <dsp:cNvPr id="0" name=""/>
        <dsp:cNvSpPr/>
      </dsp:nvSpPr>
      <dsp:spPr>
        <a:xfrm rot="5400000">
          <a:off x="7197464" y="-2237184"/>
          <a:ext cx="674659" cy="7091571"/>
        </a:xfrm>
        <a:prstGeom prst="round2Same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b="0" i="0" kern="1200" baseline="0"/>
            <a:t>Main ECU’s </a:t>
          </a:r>
          <a:r>
            <a:rPr lang="en-US" sz="1700" b="1" i="0" kern="1200" baseline="0"/>
            <a:t>InitDiagnosticsTask()</a:t>
          </a:r>
          <a:r>
            <a:rPr lang="en-US" sz="1700" b="0" i="0" kern="1200" baseline="0"/>
            <a:t> processes 0x10 (StartDiagnosticSession).</a:t>
          </a:r>
          <a:endParaRPr lang="en-US" sz="1700" kern="1200"/>
        </a:p>
      </dsp:txBody>
      <dsp:txXfrm rot="-5400000">
        <a:off x="3989008" y="1004206"/>
        <a:ext cx="7058637" cy="608791"/>
      </dsp:txXfrm>
    </dsp:sp>
    <dsp:sp modelId="{B08F90E7-B9C1-4532-8221-9A0F0EC47CDA}">
      <dsp:nvSpPr>
        <dsp:cNvPr id="0" name=""/>
        <dsp:cNvSpPr/>
      </dsp:nvSpPr>
      <dsp:spPr>
        <a:xfrm>
          <a:off x="0" y="886939"/>
          <a:ext cx="3989008" cy="843324"/>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b="1" i="0" kern="1200" baseline="0"/>
            <a:t>UDS Session Control</a:t>
          </a:r>
          <a:endParaRPr lang="en-US" sz="2800" kern="1200"/>
        </a:p>
      </dsp:txBody>
      <dsp:txXfrm>
        <a:off x="41168" y="928107"/>
        <a:ext cx="3906672" cy="760988"/>
      </dsp:txXfrm>
    </dsp:sp>
    <dsp:sp modelId="{A9440525-4C3B-4268-A271-6237C4F90F3D}">
      <dsp:nvSpPr>
        <dsp:cNvPr id="0" name=""/>
        <dsp:cNvSpPr/>
      </dsp:nvSpPr>
      <dsp:spPr>
        <a:xfrm rot="5400000">
          <a:off x="7197464" y="-1351693"/>
          <a:ext cx="674659" cy="7091571"/>
        </a:xfrm>
        <a:prstGeom prst="round2Same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b="0" i="0" kern="1200" baseline="0"/>
            <a:t>Optional challenge/response using service 0x27 for protected operations.</a:t>
          </a:r>
          <a:endParaRPr lang="en-US" sz="1700" kern="1200"/>
        </a:p>
      </dsp:txBody>
      <dsp:txXfrm rot="-5400000">
        <a:off x="3989008" y="1889697"/>
        <a:ext cx="7058637" cy="608791"/>
      </dsp:txXfrm>
    </dsp:sp>
    <dsp:sp modelId="{50C4A9BF-EB74-4256-861F-2D45F5183AC0}">
      <dsp:nvSpPr>
        <dsp:cNvPr id="0" name=""/>
        <dsp:cNvSpPr/>
      </dsp:nvSpPr>
      <dsp:spPr>
        <a:xfrm>
          <a:off x="0" y="1772429"/>
          <a:ext cx="3989008" cy="843324"/>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b="1" i="0" kern="1200" baseline="0"/>
            <a:t>Security Access</a:t>
          </a:r>
          <a:endParaRPr lang="en-US" sz="2800" kern="1200"/>
        </a:p>
      </dsp:txBody>
      <dsp:txXfrm>
        <a:off x="41168" y="1813597"/>
        <a:ext cx="3906672" cy="760988"/>
      </dsp:txXfrm>
    </dsp:sp>
    <dsp:sp modelId="{851B85DD-4E8A-4CF8-8A9B-C82B16232FF2}">
      <dsp:nvSpPr>
        <dsp:cNvPr id="0" name=""/>
        <dsp:cNvSpPr/>
      </dsp:nvSpPr>
      <dsp:spPr>
        <a:xfrm rot="5400000">
          <a:off x="7197464" y="-466202"/>
          <a:ext cx="674659" cy="7091571"/>
        </a:xfrm>
        <a:prstGeom prst="round2Same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b="0" i="0" kern="1200" baseline="0"/>
            <a:t>Service 0x22 to retrieve sensor values, firmware version, and status flags.</a:t>
          </a:r>
          <a:endParaRPr lang="en-US" sz="1700" kern="1200"/>
        </a:p>
      </dsp:txBody>
      <dsp:txXfrm rot="-5400000">
        <a:off x="3989008" y="2775188"/>
        <a:ext cx="7058637" cy="608791"/>
      </dsp:txXfrm>
    </dsp:sp>
    <dsp:sp modelId="{5ED30295-9FF9-4ECC-8A07-44A627D80854}">
      <dsp:nvSpPr>
        <dsp:cNvPr id="0" name=""/>
        <dsp:cNvSpPr/>
      </dsp:nvSpPr>
      <dsp:spPr>
        <a:xfrm>
          <a:off x="0" y="2657920"/>
          <a:ext cx="3989008" cy="843324"/>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b="1" i="0" kern="1200" baseline="0"/>
            <a:t>Read Data by Identifier</a:t>
          </a:r>
          <a:endParaRPr lang="en-US" sz="2800" kern="1200"/>
        </a:p>
      </dsp:txBody>
      <dsp:txXfrm>
        <a:off x="41168" y="2699088"/>
        <a:ext cx="3906672" cy="760988"/>
      </dsp:txXfrm>
    </dsp:sp>
    <dsp:sp modelId="{F155EA08-12DE-40A0-866C-B27BD6B76AB5}">
      <dsp:nvSpPr>
        <dsp:cNvPr id="0" name=""/>
        <dsp:cNvSpPr/>
      </dsp:nvSpPr>
      <dsp:spPr>
        <a:xfrm rot="5400000">
          <a:off x="7197464" y="419287"/>
          <a:ext cx="674659" cy="7091571"/>
        </a:xfrm>
        <a:prstGeom prst="round2Same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b="0" i="0" kern="1200" baseline="0"/>
            <a:t>0x19 (ReadDTC) to list active fault codes stored in the 1 KB DTC region.</a:t>
          </a:r>
          <a:endParaRPr lang="en-US" sz="1700" kern="1200"/>
        </a:p>
        <a:p>
          <a:pPr marL="171450" lvl="1" indent="-171450" algn="l" defTabSz="755650">
            <a:lnSpc>
              <a:spcPct val="90000"/>
            </a:lnSpc>
            <a:spcBef>
              <a:spcPct val="0"/>
            </a:spcBef>
            <a:spcAft>
              <a:spcPct val="15000"/>
            </a:spcAft>
            <a:buChar char="•"/>
          </a:pPr>
          <a:r>
            <a:rPr lang="en-US" sz="1700" b="0" i="0" kern="1200" baseline="0"/>
            <a:t>0x14 (ClearDTC) to erase codes after repair or reset.</a:t>
          </a:r>
          <a:endParaRPr lang="en-US" sz="1700" kern="1200"/>
        </a:p>
      </dsp:txBody>
      <dsp:txXfrm rot="-5400000">
        <a:off x="3989008" y="3660677"/>
        <a:ext cx="7058637" cy="608791"/>
      </dsp:txXfrm>
    </dsp:sp>
    <dsp:sp modelId="{0DEB1F61-EB08-4F9B-A2DD-6DA46A81078C}">
      <dsp:nvSpPr>
        <dsp:cNvPr id="0" name=""/>
        <dsp:cNvSpPr/>
      </dsp:nvSpPr>
      <dsp:spPr>
        <a:xfrm>
          <a:off x="0" y="3543411"/>
          <a:ext cx="3989008" cy="843324"/>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b="1" i="0" kern="1200" baseline="0"/>
            <a:t>Read/Clear DTC</a:t>
          </a:r>
          <a:endParaRPr lang="en-US" sz="2800" kern="1200"/>
        </a:p>
      </dsp:txBody>
      <dsp:txXfrm>
        <a:off x="41168" y="3584579"/>
        <a:ext cx="3906672" cy="760988"/>
      </dsp:txXfrm>
    </dsp:sp>
    <dsp:sp modelId="{A162879E-810C-453D-8835-501665BD86DD}">
      <dsp:nvSpPr>
        <dsp:cNvPr id="0" name=""/>
        <dsp:cNvSpPr/>
      </dsp:nvSpPr>
      <dsp:spPr>
        <a:xfrm rot="5400000">
          <a:off x="7197464" y="1304778"/>
          <a:ext cx="674659" cy="7091571"/>
        </a:xfrm>
        <a:prstGeom prst="round2Same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b="0" i="0" kern="1200" baseline="0" dirty="0"/>
            <a:t>Main ECU replies on CAN ID 0x7E8 with positive (0x50+SvcID) or negative responses.</a:t>
          </a:r>
          <a:endParaRPr lang="en-US" sz="1700" kern="1200" dirty="0"/>
        </a:p>
      </dsp:txBody>
      <dsp:txXfrm rot="-5400000">
        <a:off x="3989008" y="4546168"/>
        <a:ext cx="7058637" cy="608791"/>
      </dsp:txXfrm>
    </dsp:sp>
    <dsp:sp modelId="{77D010C3-9079-4428-9567-3DEDC2B01DF6}">
      <dsp:nvSpPr>
        <dsp:cNvPr id="0" name=""/>
        <dsp:cNvSpPr/>
      </dsp:nvSpPr>
      <dsp:spPr>
        <a:xfrm>
          <a:off x="0" y="4428902"/>
          <a:ext cx="3989008" cy="843324"/>
        </a:xfrm>
        <a:prstGeom prst="round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b="1" i="0" kern="1200" baseline="0"/>
            <a:t>Response Handling</a:t>
          </a:r>
          <a:endParaRPr lang="en-US" sz="2800" kern="1200"/>
        </a:p>
      </dsp:txBody>
      <dsp:txXfrm>
        <a:off x="41168" y="4470070"/>
        <a:ext cx="3906672" cy="76098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C52382-4C0D-4ACC-8F69-1A4E3FCE281D}">
      <dsp:nvSpPr>
        <dsp:cNvPr id="0" name=""/>
        <dsp:cNvSpPr/>
      </dsp:nvSpPr>
      <dsp:spPr>
        <a:xfrm>
          <a:off x="0" y="2288"/>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58B215-B185-4F35-B355-F2B95CE77D87}">
      <dsp:nvSpPr>
        <dsp:cNvPr id="0" name=""/>
        <dsp:cNvSpPr/>
      </dsp:nvSpPr>
      <dsp:spPr>
        <a:xfrm>
          <a:off x="350852" y="263253"/>
          <a:ext cx="637913" cy="6379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795BB65-F23B-4058-9086-9B20DA6011E6}">
      <dsp:nvSpPr>
        <dsp:cNvPr id="0" name=""/>
        <dsp:cNvSpPr/>
      </dsp:nvSpPr>
      <dsp:spPr>
        <a:xfrm>
          <a:off x="1339618" y="2288"/>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90000"/>
            </a:lnSpc>
            <a:spcBef>
              <a:spcPct val="0"/>
            </a:spcBef>
            <a:spcAft>
              <a:spcPct val="35000"/>
            </a:spcAft>
            <a:buNone/>
          </a:pPr>
          <a:r>
            <a:rPr lang="en-GB" sz="2200" b="1" kern="1200"/>
            <a:t>Flask</a:t>
          </a:r>
          <a:r>
            <a:rPr lang="en-GB" sz="2200" kern="1200"/>
            <a:t> (Python) as the backend web server</a:t>
          </a:r>
          <a:endParaRPr lang="en-US" sz="2200" kern="1200"/>
        </a:p>
      </dsp:txBody>
      <dsp:txXfrm>
        <a:off x="1339618" y="2288"/>
        <a:ext cx="5024605" cy="1159843"/>
      </dsp:txXfrm>
    </dsp:sp>
    <dsp:sp modelId="{2DD912E5-18FB-4752-8676-16F59552501F}">
      <dsp:nvSpPr>
        <dsp:cNvPr id="0" name=""/>
        <dsp:cNvSpPr/>
      </dsp:nvSpPr>
      <dsp:spPr>
        <a:xfrm>
          <a:off x="0" y="1452092"/>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FA8B4D-A5B7-49C6-87FE-1BFAFC3C07A8}">
      <dsp:nvSpPr>
        <dsp:cNvPr id="0" name=""/>
        <dsp:cNvSpPr/>
      </dsp:nvSpPr>
      <dsp:spPr>
        <a:xfrm>
          <a:off x="350852" y="1713057"/>
          <a:ext cx="637913" cy="6379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291DEA-8F1F-4074-AFDD-8D99D35B8AC1}">
      <dsp:nvSpPr>
        <dsp:cNvPr id="0" name=""/>
        <dsp:cNvSpPr/>
      </dsp:nvSpPr>
      <dsp:spPr>
        <a:xfrm>
          <a:off x="1339618" y="1452092"/>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90000"/>
            </a:lnSpc>
            <a:spcBef>
              <a:spcPct val="0"/>
            </a:spcBef>
            <a:spcAft>
              <a:spcPct val="35000"/>
            </a:spcAft>
            <a:buNone/>
          </a:pPr>
          <a:r>
            <a:rPr lang="en-GB" sz="2200" b="1" kern="1200"/>
            <a:t>HTML5, CSS3, JavaScript</a:t>
          </a:r>
          <a:r>
            <a:rPr lang="en-GB" sz="2200" kern="1200"/>
            <a:t> for responsive UI</a:t>
          </a:r>
          <a:endParaRPr lang="en-US" sz="2200" kern="1200"/>
        </a:p>
      </dsp:txBody>
      <dsp:txXfrm>
        <a:off x="1339618" y="1452092"/>
        <a:ext cx="5024605" cy="1159843"/>
      </dsp:txXfrm>
    </dsp:sp>
    <dsp:sp modelId="{D1CF368E-FA04-47FD-9BE5-4096842D6F15}">
      <dsp:nvSpPr>
        <dsp:cNvPr id="0" name=""/>
        <dsp:cNvSpPr/>
      </dsp:nvSpPr>
      <dsp:spPr>
        <a:xfrm>
          <a:off x="0" y="2901896"/>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1E9052-7645-45F8-B882-536E1F6123E1}">
      <dsp:nvSpPr>
        <dsp:cNvPr id="0" name=""/>
        <dsp:cNvSpPr/>
      </dsp:nvSpPr>
      <dsp:spPr>
        <a:xfrm>
          <a:off x="350852" y="3162861"/>
          <a:ext cx="637913" cy="6379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310C6A-0B7C-4A97-99AC-0C97E5172F77}">
      <dsp:nvSpPr>
        <dsp:cNvPr id="0" name=""/>
        <dsp:cNvSpPr/>
      </dsp:nvSpPr>
      <dsp:spPr>
        <a:xfrm>
          <a:off x="1339618" y="2901896"/>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90000"/>
            </a:lnSpc>
            <a:spcBef>
              <a:spcPct val="0"/>
            </a:spcBef>
            <a:spcAft>
              <a:spcPct val="35000"/>
            </a:spcAft>
            <a:buNone/>
          </a:pPr>
          <a:r>
            <a:rPr lang="en-GB" sz="2200" b="1" kern="1200"/>
            <a:t>Server‑Sent Events (SSE)</a:t>
          </a:r>
          <a:r>
            <a:rPr lang="en-GB" sz="2200" kern="1200"/>
            <a:t> for live data streaming</a:t>
          </a:r>
          <a:endParaRPr lang="en-US" sz="2200" kern="1200"/>
        </a:p>
      </dsp:txBody>
      <dsp:txXfrm>
        <a:off x="1339618" y="2901896"/>
        <a:ext cx="5024605" cy="1159843"/>
      </dsp:txXfrm>
    </dsp:sp>
    <dsp:sp modelId="{DD317A3F-4E3F-4DF3-8939-4F81FF2DEF58}">
      <dsp:nvSpPr>
        <dsp:cNvPr id="0" name=""/>
        <dsp:cNvSpPr/>
      </dsp:nvSpPr>
      <dsp:spPr>
        <a:xfrm>
          <a:off x="0" y="4351700"/>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A25D239-655F-40B2-82E0-70EC43EAC1EC}">
      <dsp:nvSpPr>
        <dsp:cNvPr id="0" name=""/>
        <dsp:cNvSpPr/>
      </dsp:nvSpPr>
      <dsp:spPr>
        <a:xfrm>
          <a:off x="350852" y="4612665"/>
          <a:ext cx="637913" cy="6379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29D2524-CF14-489D-B254-557E9C338B39}">
      <dsp:nvSpPr>
        <dsp:cNvPr id="0" name=""/>
        <dsp:cNvSpPr/>
      </dsp:nvSpPr>
      <dsp:spPr>
        <a:xfrm>
          <a:off x="1339618" y="4351700"/>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90000"/>
            </a:lnSpc>
            <a:spcBef>
              <a:spcPct val="0"/>
            </a:spcBef>
            <a:spcAft>
              <a:spcPct val="35000"/>
            </a:spcAft>
            <a:buNone/>
          </a:pPr>
          <a:r>
            <a:rPr lang="en-GB" sz="2200" b="1" kern="1200"/>
            <a:t>Chart.js</a:t>
          </a:r>
          <a:r>
            <a:rPr lang="en-GB" sz="2200" kern="1200"/>
            <a:t> (or similar) for dynamic charts</a:t>
          </a:r>
          <a:endParaRPr lang="en-US" sz="2200" kern="1200"/>
        </a:p>
      </dsp:txBody>
      <dsp:txXfrm>
        <a:off x="1339618" y="4351700"/>
        <a:ext cx="5024605" cy="115984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67D045-3C7C-49F3-81DC-1F1C807F5589}">
      <dsp:nvSpPr>
        <dsp:cNvPr id="0" name=""/>
        <dsp:cNvSpPr/>
      </dsp:nvSpPr>
      <dsp:spPr>
        <a:xfrm>
          <a:off x="4440" y="165440"/>
          <a:ext cx="2670162" cy="764047"/>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US" sz="2100" b="1" i="0" kern="1200" baseline="0"/>
            <a:t>Live Telemetry Panels</a:t>
          </a:r>
          <a:endParaRPr lang="en-US" sz="2100" kern="1200"/>
        </a:p>
      </dsp:txBody>
      <dsp:txXfrm>
        <a:off x="4440" y="165440"/>
        <a:ext cx="2670162" cy="764047"/>
      </dsp:txXfrm>
    </dsp:sp>
    <dsp:sp modelId="{856FEDC8-A7ED-4ED7-85AC-FD3E53C6C193}">
      <dsp:nvSpPr>
        <dsp:cNvPr id="0" name=""/>
        <dsp:cNvSpPr/>
      </dsp:nvSpPr>
      <dsp:spPr>
        <a:xfrm>
          <a:off x="4440" y="929488"/>
          <a:ext cx="2670162" cy="3934271"/>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b="1" i="0" kern="1200" baseline="0" dirty="0"/>
            <a:t>Speed Gauge:</a:t>
          </a:r>
          <a:r>
            <a:rPr lang="en-US" sz="2100" b="0" i="0" kern="1200" baseline="0" dirty="0"/>
            <a:t> Updates on each CAN frame (0x401)</a:t>
          </a:r>
          <a:endParaRPr lang="en-US" sz="2100" kern="1200" dirty="0"/>
        </a:p>
        <a:p>
          <a:pPr marL="228600" lvl="1" indent="-228600" algn="l" defTabSz="933450">
            <a:lnSpc>
              <a:spcPct val="90000"/>
            </a:lnSpc>
            <a:spcBef>
              <a:spcPct val="0"/>
            </a:spcBef>
            <a:spcAft>
              <a:spcPct val="15000"/>
            </a:spcAft>
            <a:buChar char="•"/>
          </a:pPr>
          <a:r>
            <a:rPr lang="en-US" sz="2100" b="1" i="0" kern="1200" baseline="0"/>
            <a:t>Temperature &amp; Distance Charts:</a:t>
          </a:r>
          <a:r>
            <a:rPr lang="en-US" sz="2100" b="0" i="0" kern="1200" baseline="0"/>
            <a:t> Time‑series plots of LM35 and ultrasonic readings</a:t>
          </a:r>
          <a:endParaRPr lang="en-US" sz="2100" kern="1200"/>
        </a:p>
      </dsp:txBody>
      <dsp:txXfrm>
        <a:off x="4440" y="929488"/>
        <a:ext cx="2670162" cy="3934271"/>
      </dsp:txXfrm>
    </dsp:sp>
    <dsp:sp modelId="{E01FBFE5-D452-4186-9216-A363E5D03ABE}">
      <dsp:nvSpPr>
        <dsp:cNvPr id="0" name=""/>
        <dsp:cNvSpPr/>
      </dsp:nvSpPr>
      <dsp:spPr>
        <a:xfrm>
          <a:off x="3048426" y="165440"/>
          <a:ext cx="2670162" cy="764047"/>
        </a:xfrm>
        <a:prstGeom prst="rect">
          <a:avLst/>
        </a:prstGeom>
        <a:solidFill>
          <a:schemeClr val="accent2">
            <a:hueOff val="2147871"/>
            <a:satOff val="-6164"/>
            <a:lumOff val="-9870"/>
            <a:alphaOff val="0"/>
          </a:schemeClr>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US" sz="2100" b="1" i="0" kern="1200" baseline="0"/>
            <a:t>Diagnostics Section</a:t>
          </a:r>
          <a:endParaRPr lang="en-US" sz="2100" kern="1200"/>
        </a:p>
      </dsp:txBody>
      <dsp:txXfrm>
        <a:off x="3048426" y="165440"/>
        <a:ext cx="2670162" cy="764047"/>
      </dsp:txXfrm>
    </dsp:sp>
    <dsp:sp modelId="{204A04DC-9C85-45FE-B655-31238B6FD96D}">
      <dsp:nvSpPr>
        <dsp:cNvPr id="0" name=""/>
        <dsp:cNvSpPr/>
      </dsp:nvSpPr>
      <dsp:spPr>
        <a:xfrm>
          <a:off x="3048426" y="929488"/>
          <a:ext cx="2670162" cy="3934271"/>
        </a:xfrm>
        <a:prstGeom prst="rect">
          <a:avLst/>
        </a:prstGeom>
        <a:solidFill>
          <a:schemeClr val="accent2">
            <a:tint val="40000"/>
            <a:alpha val="90000"/>
            <a:hueOff val="2244906"/>
            <a:satOff val="-20744"/>
            <a:lumOff val="-2338"/>
            <a:alphaOff val="0"/>
          </a:schemeClr>
        </a:solidFill>
        <a:ln w="19050" cap="flat" cmpd="sng" algn="ctr">
          <a:solidFill>
            <a:schemeClr val="accent2">
              <a:tint val="40000"/>
              <a:alpha val="90000"/>
              <a:hueOff val="2244906"/>
              <a:satOff val="-20744"/>
              <a:lumOff val="-233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b="1" i="0" kern="1200" baseline="0"/>
            <a:t>Active DTC List:</a:t>
          </a:r>
          <a:r>
            <a:rPr lang="en-US" sz="2100" b="0" i="0" kern="1200" baseline="0"/>
            <a:t> Retrieved via UDS ReadDTC service</a:t>
          </a:r>
          <a:endParaRPr lang="en-US" sz="2100" kern="1200"/>
        </a:p>
        <a:p>
          <a:pPr marL="228600" lvl="1" indent="-228600" algn="l" defTabSz="933450">
            <a:lnSpc>
              <a:spcPct val="90000"/>
            </a:lnSpc>
            <a:spcBef>
              <a:spcPct val="0"/>
            </a:spcBef>
            <a:spcAft>
              <a:spcPct val="15000"/>
            </a:spcAft>
            <a:buChar char="•"/>
          </a:pPr>
          <a:r>
            <a:rPr lang="en-US" sz="2100" b="1" i="0" kern="1200" baseline="0"/>
            <a:t>Clear DTC Button:</a:t>
          </a:r>
          <a:r>
            <a:rPr lang="en-US" sz="2100" b="0" i="0" kern="1200" baseline="0"/>
            <a:t> Triggers UDS ClearDTC request</a:t>
          </a:r>
          <a:endParaRPr lang="en-US" sz="2100" kern="1200"/>
        </a:p>
      </dsp:txBody>
      <dsp:txXfrm>
        <a:off x="3048426" y="929488"/>
        <a:ext cx="2670162" cy="3934271"/>
      </dsp:txXfrm>
    </dsp:sp>
    <dsp:sp modelId="{61E8CC79-FB2B-41E6-9398-6BD5DFA11EFB}">
      <dsp:nvSpPr>
        <dsp:cNvPr id="0" name=""/>
        <dsp:cNvSpPr/>
      </dsp:nvSpPr>
      <dsp:spPr>
        <a:xfrm>
          <a:off x="6092411" y="165440"/>
          <a:ext cx="2670162" cy="764047"/>
        </a:xfrm>
        <a:prstGeom prst="rect">
          <a:avLst/>
        </a:prstGeom>
        <a:solidFill>
          <a:schemeClr val="accent2">
            <a:hueOff val="4295743"/>
            <a:satOff val="-12329"/>
            <a:lumOff val="-19739"/>
            <a:alphaOff val="0"/>
          </a:schemeClr>
        </a:solidFill>
        <a:ln w="19050" cap="flat" cmpd="sng" algn="ctr">
          <a:solidFill>
            <a:schemeClr val="accent2">
              <a:hueOff val="4295743"/>
              <a:satOff val="-12329"/>
              <a:lumOff val="-1973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US" sz="2100" b="1" i="0" kern="1200" baseline="0"/>
            <a:t>OTA Update Workflow</a:t>
          </a:r>
          <a:endParaRPr lang="en-US" sz="2100" kern="1200"/>
        </a:p>
      </dsp:txBody>
      <dsp:txXfrm>
        <a:off x="6092411" y="165440"/>
        <a:ext cx="2670162" cy="764047"/>
      </dsp:txXfrm>
    </dsp:sp>
    <dsp:sp modelId="{9193453F-FF36-4A34-957A-213379F00B80}">
      <dsp:nvSpPr>
        <dsp:cNvPr id="0" name=""/>
        <dsp:cNvSpPr/>
      </dsp:nvSpPr>
      <dsp:spPr>
        <a:xfrm>
          <a:off x="6092411" y="929488"/>
          <a:ext cx="2670162" cy="3934271"/>
        </a:xfrm>
        <a:prstGeom prst="rect">
          <a:avLst/>
        </a:prstGeom>
        <a:solidFill>
          <a:schemeClr val="accent2">
            <a:tint val="40000"/>
            <a:alpha val="90000"/>
            <a:hueOff val="4489812"/>
            <a:satOff val="-41488"/>
            <a:lumOff val="-4677"/>
            <a:alphaOff val="0"/>
          </a:schemeClr>
        </a:solidFill>
        <a:ln w="19050" cap="flat" cmpd="sng" algn="ctr">
          <a:solidFill>
            <a:schemeClr val="accent2">
              <a:tint val="40000"/>
              <a:alpha val="90000"/>
              <a:hueOff val="4489812"/>
              <a:satOff val="-41488"/>
              <a:lumOff val="-467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b="1" i="0" kern="1200" baseline="0"/>
            <a:t>Version Indicator:</a:t>
          </a:r>
          <a:r>
            <a:rPr lang="en-US" sz="2100" b="0" i="0" kern="1200" baseline="0"/>
            <a:t> Shows current vs. available firmware version</a:t>
          </a:r>
          <a:endParaRPr lang="en-US" sz="2100" kern="1200"/>
        </a:p>
        <a:p>
          <a:pPr marL="228600" lvl="1" indent="-228600" algn="l" defTabSz="933450">
            <a:lnSpc>
              <a:spcPct val="90000"/>
            </a:lnSpc>
            <a:spcBef>
              <a:spcPct val="0"/>
            </a:spcBef>
            <a:spcAft>
              <a:spcPct val="15000"/>
            </a:spcAft>
            <a:buChar char="•"/>
          </a:pPr>
          <a:r>
            <a:rPr lang="en-US" sz="2100" b="1" i="0" kern="1200" baseline="0"/>
            <a:t>Progress Bar:</a:t>
          </a:r>
          <a:r>
            <a:rPr lang="en-US" sz="2100" b="0" i="0" kern="1200" baseline="0"/>
            <a:t> Reflects chunked update status in real time</a:t>
          </a:r>
          <a:endParaRPr lang="en-US" sz="2100" kern="1200"/>
        </a:p>
        <a:p>
          <a:pPr marL="228600" lvl="1" indent="-228600" algn="l" defTabSz="933450">
            <a:lnSpc>
              <a:spcPct val="90000"/>
            </a:lnSpc>
            <a:spcBef>
              <a:spcPct val="0"/>
            </a:spcBef>
            <a:spcAft>
              <a:spcPct val="15000"/>
            </a:spcAft>
            <a:buChar char="•"/>
          </a:pPr>
          <a:r>
            <a:rPr lang="en-US" sz="2100" b="1" i="0" kern="1200" baseline="0"/>
            <a:t>Start/Cancel Controls:</a:t>
          </a:r>
          <a:r>
            <a:rPr lang="en-US" sz="2100" b="0" i="0" kern="1200" baseline="0"/>
            <a:t> User‑initiated OTA triggers</a:t>
          </a:r>
          <a:endParaRPr lang="en-US" sz="2100" kern="1200"/>
        </a:p>
      </dsp:txBody>
      <dsp:txXfrm>
        <a:off x="6092411" y="929488"/>
        <a:ext cx="2670162" cy="3934271"/>
      </dsp:txXfrm>
    </dsp:sp>
    <dsp:sp modelId="{67AC5A64-0A25-4196-AF9C-EDDA2F18B3B1}">
      <dsp:nvSpPr>
        <dsp:cNvPr id="0" name=""/>
        <dsp:cNvSpPr/>
      </dsp:nvSpPr>
      <dsp:spPr>
        <a:xfrm>
          <a:off x="9136396" y="165440"/>
          <a:ext cx="2670162" cy="764047"/>
        </a:xfrm>
        <a:prstGeom prst="rect">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US" sz="2100" b="1" i="0" kern="1200" baseline="0"/>
            <a:t>System Status &amp; Logs</a:t>
          </a:r>
          <a:endParaRPr lang="en-US" sz="2100" kern="1200"/>
        </a:p>
      </dsp:txBody>
      <dsp:txXfrm>
        <a:off x="9136396" y="165440"/>
        <a:ext cx="2670162" cy="764047"/>
      </dsp:txXfrm>
    </dsp:sp>
    <dsp:sp modelId="{F98A5158-DFA9-4572-B740-7BDDE913A6D2}">
      <dsp:nvSpPr>
        <dsp:cNvPr id="0" name=""/>
        <dsp:cNvSpPr/>
      </dsp:nvSpPr>
      <dsp:spPr>
        <a:xfrm>
          <a:off x="9136396" y="929488"/>
          <a:ext cx="2670162" cy="3934271"/>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b="1" i="0" kern="1200" baseline="0"/>
            <a:t>Connection Health:</a:t>
          </a:r>
          <a:r>
            <a:rPr lang="en-US" sz="2100" b="0" i="0" kern="1200" baseline="0"/>
            <a:t> Indicates CAN bus and ECU connectivity</a:t>
          </a:r>
          <a:endParaRPr lang="en-US" sz="2100" kern="1200"/>
        </a:p>
        <a:p>
          <a:pPr marL="228600" lvl="1" indent="-228600" algn="l" defTabSz="933450">
            <a:lnSpc>
              <a:spcPct val="90000"/>
            </a:lnSpc>
            <a:spcBef>
              <a:spcPct val="0"/>
            </a:spcBef>
            <a:spcAft>
              <a:spcPct val="15000"/>
            </a:spcAft>
            <a:buChar char="•"/>
          </a:pPr>
          <a:r>
            <a:rPr lang="en-US" sz="2100" b="1" i="0" kern="1200" baseline="0"/>
            <a:t>Event Log:</a:t>
          </a:r>
          <a:r>
            <a:rPr lang="en-US" sz="2100" b="0" i="0" kern="1200" baseline="0"/>
            <a:t> Scrollable list of recent diagnostics, errors, and update events</a:t>
          </a:r>
          <a:endParaRPr lang="en-US" sz="2100" kern="1200"/>
        </a:p>
      </dsp:txBody>
      <dsp:txXfrm>
        <a:off x="9136396" y="929488"/>
        <a:ext cx="2670162" cy="3934271"/>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2401AF-8FED-4ADA-8E91-2220274E754D}">
      <dsp:nvSpPr>
        <dsp:cNvPr id="0" name=""/>
        <dsp:cNvSpPr/>
      </dsp:nvSpPr>
      <dsp:spPr>
        <a:xfrm>
          <a:off x="0" y="1805"/>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1BB084-1B67-4C47-A2BF-B80CEDE80299}">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A0162B-A076-4C48-B8DC-259278217BD9}">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b="0" i="0" kern="1200" baseline="0"/>
            <a:t>Unified real-time diagnostics &amp; secure OTA over CAN in a single system</a:t>
          </a:r>
          <a:endParaRPr lang="en-US" sz="2200" kern="1200"/>
        </a:p>
      </dsp:txBody>
      <dsp:txXfrm>
        <a:off x="1057183" y="1805"/>
        <a:ext cx="9458416" cy="915310"/>
      </dsp:txXfrm>
    </dsp:sp>
    <dsp:sp modelId="{29D5D7F5-936C-406E-81AF-496B50134B32}">
      <dsp:nvSpPr>
        <dsp:cNvPr id="0" name=""/>
        <dsp:cNvSpPr/>
      </dsp:nvSpPr>
      <dsp:spPr>
        <a:xfrm>
          <a:off x="0" y="1145944"/>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BBB831-D4DB-4A5F-88EF-074F66E7426E}">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53D3DC-44F1-4984-9A5A-9146ED5A6F7D}">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b="0" i="0" kern="1200" baseline="0"/>
            <a:t>Deterministic control (&lt;2 ms) and rapid firmware updates (~0.54 s)</a:t>
          </a:r>
          <a:endParaRPr lang="en-US" sz="2200" kern="1200"/>
        </a:p>
      </dsp:txBody>
      <dsp:txXfrm>
        <a:off x="1057183" y="1145944"/>
        <a:ext cx="9458416" cy="915310"/>
      </dsp:txXfrm>
    </dsp:sp>
    <dsp:sp modelId="{C64C44E4-AD08-407F-9E28-C4280AAB840B}">
      <dsp:nvSpPr>
        <dsp:cNvPr id="0" name=""/>
        <dsp:cNvSpPr/>
      </dsp:nvSpPr>
      <dsp:spPr>
        <a:xfrm>
          <a:off x="0" y="2290082"/>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9C3CB8-3B64-497A-B2F4-5E81D9BCE75B}">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404DBB-C771-40EB-BCA8-DCE03659842A}">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b="0" i="0" kern="1200" baseline="0"/>
            <a:t>RSA-protected, fail-safe updates with automatic rollback</a:t>
          </a:r>
          <a:endParaRPr lang="en-US" sz="2200" kern="1200"/>
        </a:p>
      </dsp:txBody>
      <dsp:txXfrm>
        <a:off x="1057183" y="2290082"/>
        <a:ext cx="9458416" cy="915310"/>
      </dsp:txXfrm>
    </dsp:sp>
    <dsp:sp modelId="{C96F8535-06F0-4654-9459-89C270BF8D43}">
      <dsp:nvSpPr>
        <dsp:cNvPr id="0" name=""/>
        <dsp:cNvSpPr/>
      </dsp:nvSpPr>
      <dsp:spPr>
        <a:xfrm>
          <a:off x="0" y="3434221"/>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789872-72B6-4B05-8C83-4572F2D4EF0C}">
      <dsp:nvSpPr>
        <dsp:cNvPr id="0" name=""/>
        <dsp:cNvSpPr/>
      </dsp:nvSpPr>
      <dsp:spPr>
        <a:xfrm>
          <a:off x="276881" y="3640166"/>
          <a:ext cx="503420" cy="503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95DD84-2F9D-4672-AB99-D8AF6D462F10}">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b="0" i="0" kern="1200" baseline="0"/>
            <a:t>Intuitive web dashboard removes need for workshop visits</a:t>
          </a:r>
          <a:endParaRPr lang="en-US" sz="2200" kern="1200"/>
        </a:p>
      </dsp:txBody>
      <dsp:txXfrm>
        <a:off x="1057183" y="3434221"/>
        <a:ext cx="9458416" cy="91531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node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fgAcc0">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10.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90044F-897C-4D52-9D26-B8E57791F452}" type="datetimeFigureOut">
              <a:rPr lang="en-GB" smtClean="0"/>
              <a:t>11/07/2025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946ED5-A8AB-4BBC-A2C5-CB03ACC113BC}" type="slidenum">
              <a:rPr lang="en-GB" smtClean="0"/>
              <a:t>‹#›</a:t>
            </a:fld>
            <a:endParaRPr lang="en-GB"/>
          </a:p>
        </p:txBody>
      </p:sp>
    </p:spTree>
    <p:extLst>
      <p:ext uri="{BB962C8B-B14F-4D97-AF65-F5344CB8AC3E}">
        <p14:creationId xmlns:p14="http://schemas.microsoft.com/office/powerpoint/2010/main" val="208645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A946ED5-A8AB-4BBC-A2C5-CB03ACC113BC}" type="slidenum">
              <a:rPr lang="en-GB" smtClean="0"/>
              <a:t>4</a:t>
            </a:fld>
            <a:endParaRPr lang="en-GB"/>
          </a:p>
        </p:txBody>
      </p:sp>
    </p:spTree>
    <p:extLst>
      <p:ext uri="{BB962C8B-B14F-4D97-AF65-F5344CB8AC3E}">
        <p14:creationId xmlns:p14="http://schemas.microsoft.com/office/powerpoint/2010/main" val="9668403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A946ED5-A8AB-4BBC-A2C5-CB03ACC113BC}" type="slidenum">
              <a:rPr lang="en-GB" smtClean="0"/>
              <a:t>22</a:t>
            </a:fld>
            <a:endParaRPr lang="en-GB"/>
          </a:p>
        </p:txBody>
      </p:sp>
    </p:spTree>
    <p:extLst>
      <p:ext uri="{BB962C8B-B14F-4D97-AF65-F5344CB8AC3E}">
        <p14:creationId xmlns:p14="http://schemas.microsoft.com/office/powerpoint/2010/main" val="9330514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D2E0E-3365-AD70-10B5-8F9119C3864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B4F9192-FA28-8BEF-339E-75C5EE8C08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A11DBC4-4996-52FE-9310-B60419646A0C}"/>
              </a:ext>
            </a:extLst>
          </p:cNvPr>
          <p:cNvSpPr>
            <a:spLocks noGrp="1"/>
          </p:cNvSpPr>
          <p:nvPr>
            <p:ph type="dt" sz="half" idx="10"/>
          </p:nvPr>
        </p:nvSpPr>
        <p:spPr/>
        <p:txBody>
          <a:bodyPr/>
          <a:lstStyle/>
          <a:p>
            <a:fld id="{8B176A1A-685E-4C19-8CBB-0042165454B9}" type="datetimeFigureOut">
              <a:rPr lang="en-GB" smtClean="0"/>
              <a:t>11/07/2025</a:t>
            </a:fld>
            <a:endParaRPr lang="en-GB"/>
          </a:p>
        </p:txBody>
      </p:sp>
      <p:sp>
        <p:nvSpPr>
          <p:cNvPr id="5" name="Footer Placeholder 4">
            <a:extLst>
              <a:ext uri="{FF2B5EF4-FFF2-40B4-BE49-F238E27FC236}">
                <a16:creationId xmlns:a16="http://schemas.microsoft.com/office/drawing/2014/main" id="{7378EFD7-B37C-4929-025F-5E4DCD07931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8D66B8D-8EE5-DC7D-D757-E7C2BE5BC4E4}"/>
              </a:ext>
            </a:extLst>
          </p:cNvPr>
          <p:cNvSpPr>
            <a:spLocks noGrp="1"/>
          </p:cNvSpPr>
          <p:nvPr>
            <p:ph type="sldNum" sz="quarter" idx="12"/>
          </p:nvPr>
        </p:nvSpPr>
        <p:spPr/>
        <p:txBody>
          <a:bodyPr/>
          <a:lstStyle/>
          <a:p>
            <a:fld id="{10B01323-545D-4A91-A93B-41178A19569D}" type="slidenum">
              <a:rPr lang="en-GB" smtClean="0"/>
              <a:t>‹#›</a:t>
            </a:fld>
            <a:endParaRPr lang="en-GB"/>
          </a:p>
        </p:txBody>
      </p:sp>
    </p:spTree>
    <p:extLst>
      <p:ext uri="{BB962C8B-B14F-4D97-AF65-F5344CB8AC3E}">
        <p14:creationId xmlns:p14="http://schemas.microsoft.com/office/powerpoint/2010/main" val="28106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504CB-8EFA-CB58-292C-9DD3BA31F8A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61A7C7F-6DB6-C292-B056-392942542F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94A213E-AF9A-9301-4979-A4313521973C}"/>
              </a:ext>
            </a:extLst>
          </p:cNvPr>
          <p:cNvSpPr>
            <a:spLocks noGrp="1"/>
          </p:cNvSpPr>
          <p:nvPr>
            <p:ph type="dt" sz="half" idx="10"/>
          </p:nvPr>
        </p:nvSpPr>
        <p:spPr/>
        <p:txBody>
          <a:bodyPr/>
          <a:lstStyle/>
          <a:p>
            <a:fld id="{8B176A1A-685E-4C19-8CBB-0042165454B9}" type="datetimeFigureOut">
              <a:rPr lang="en-GB" smtClean="0"/>
              <a:t>11/07/2025</a:t>
            </a:fld>
            <a:endParaRPr lang="en-GB"/>
          </a:p>
        </p:txBody>
      </p:sp>
      <p:sp>
        <p:nvSpPr>
          <p:cNvPr id="5" name="Footer Placeholder 4">
            <a:extLst>
              <a:ext uri="{FF2B5EF4-FFF2-40B4-BE49-F238E27FC236}">
                <a16:creationId xmlns:a16="http://schemas.microsoft.com/office/drawing/2014/main" id="{DB5F5B5D-FCBF-11F4-7611-CD908D91DB1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665EF5E-6F86-6659-316C-27F68CBBFF75}"/>
              </a:ext>
            </a:extLst>
          </p:cNvPr>
          <p:cNvSpPr>
            <a:spLocks noGrp="1"/>
          </p:cNvSpPr>
          <p:nvPr>
            <p:ph type="sldNum" sz="quarter" idx="12"/>
          </p:nvPr>
        </p:nvSpPr>
        <p:spPr/>
        <p:txBody>
          <a:bodyPr/>
          <a:lstStyle/>
          <a:p>
            <a:fld id="{10B01323-545D-4A91-A93B-41178A19569D}" type="slidenum">
              <a:rPr lang="en-GB" smtClean="0"/>
              <a:t>‹#›</a:t>
            </a:fld>
            <a:endParaRPr lang="en-GB"/>
          </a:p>
        </p:txBody>
      </p:sp>
    </p:spTree>
    <p:extLst>
      <p:ext uri="{BB962C8B-B14F-4D97-AF65-F5344CB8AC3E}">
        <p14:creationId xmlns:p14="http://schemas.microsoft.com/office/powerpoint/2010/main" val="1522209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A217C-9D1C-3C9C-860C-B747628276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542DC7E-4EFA-98BF-8AA8-C414F8A5ABC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A91562-C9CC-D416-5352-6AD2FB283537}"/>
              </a:ext>
            </a:extLst>
          </p:cNvPr>
          <p:cNvSpPr>
            <a:spLocks noGrp="1"/>
          </p:cNvSpPr>
          <p:nvPr>
            <p:ph type="dt" sz="half" idx="10"/>
          </p:nvPr>
        </p:nvSpPr>
        <p:spPr/>
        <p:txBody>
          <a:bodyPr/>
          <a:lstStyle/>
          <a:p>
            <a:fld id="{8B176A1A-685E-4C19-8CBB-0042165454B9}" type="datetimeFigureOut">
              <a:rPr lang="en-GB" smtClean="0"/>
              <a:t>11/07/2025</a:t>
            </a:fld>
            <a:endParaRPr lang="en-GB"/>
          </a:p>
        </p:txBody>
      </p:sp>
      <p:sp>
        <p:nvSpPr>
          <p:cNvPr id="5" name="Footer Placeholder 4">
            <a:extLst>
              <a:ext uri="{FF2B5EF4-FFF2-40B4-BE49-F238E27FC236}">
                <a16:creationId xmlns:a16="http://schemas.microsoft.com/office/drawing/2014/main" id="{9B7B0130-0AA5-59DA-77FD-4DC06404CA0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D09BC91-C5EA-AD42-C39C-ADF798845412}"/>
              </a:ext>
            </a:extLst>
          </p:cNvPr>
          <p:cNvSpPr>
            <a:spLocks noGrp="1"/>
          </p:cNvSpPr>
          <p:nvPr>
            <p:ph type="sldNum" sz="quarter" idx="12"/>
          </p:nvPr>
        </p:nvSpPr>
        <p:spPr/>
        <p:txBody>
          <a:bodyPr/>
          <a:lstStyle/>
          <a:p>
            <a:fld id="{10B01323-545D-4A91-A93B-41178A19569D}" type="slidenum">
              <a:rPr lang="en-GB" smtClean="0"/>
              <a:t>‹#›</a:t>
            </a:fld>
            <a:endParaRPr lang="en-GB"/>
          </a:p>
        </p:txBody>
      </p:sp>
    </p:spTree>
    <p:extLst>
      <p:ext uri="{BB962C8B-B14F-4D97-AF65-F5344CB8AC3E}">
        <p14:creationId xmlns:p14="http://schemas.microsoft.com/office/powerpoint/2010/main" val="3547848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D48E2-B668-31C3-3E97-D6C7FA1173F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4D67E41-4E3F-6AD9-5C46-2059821C2B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B0B0EE11-CFA8-58B2-28B5-31053E9C375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041F8A5B-47AB-155B-A814-DB4D484EA2B7}"/>
              </a:ext>
            </a:extLst>
          </p:cNvPr>
          <p:cNvSpPr>
            <a:spLocks noGrp="1"/>
          </p:cNvSpPr>
          <p:nvPr>
            <p:ph type="dt" sz="half" idx="10"/>
          </p:nvPr>
        </p:nvSpPr>
        <p:spPr/>
        <p:txBody>
          <a:bodyPr/>
          <a:lstStyle/>
          <a:p>
            <a:fld id="{8B176A1A-685E-4C19-8CBB-0042165454B9}" type="datetimeFigureOut">
              <a:rPr lang="en-GB" smtClean="0"/>
              <a:t>11/07/2025</a:t>
            </a:fld>
            <a:endParaRPr lang="en-GB"/>
          </a:p>
        </p:txBody>
      </p:sp>
      <p:sp>
        <p:nvSpPr>
          <p:cNvPr id="6" name="Footer Placeholder 5">
            <a:extLst>
              <a:ext uri="{FF2B5EF4-FFF2-40B4-BE49-F238E27FC236}">
                <a16:creationId xmlns:a16="http://schemas.microsoft.com/office/drawing/2014/main" id="{06BFF624-2F94-A310-A999-BE9AE9F79A1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29C0E45-9D01-2699-A030-5D5B3CFCAADD}"/>
              </a:ext>
            </a:extLst>
          </p:cNvPr>
          <p:cNvSpPr>
            <a:spLocks noGrp="1"/>
          </p:cNvSpPr>
          <p:nvPr>
            <p:ph type="sldNum" sz="quarter" idx="12"/>
          </p:nvPr>
        </p:nvSpPr>
        <p:spPr/>
        <p:txBody>
          <a:bodyPr/>
          <a:lstStyle/>
          <a:p>
            <a:fld id="{10B01323-545D-4A91-A93B-41178A19569D}" type="slidenum">
              <a:rPr lang="en-GB" smtClean="0"/>
              <a:t>‹#›</a:t>
            </a:fld>
            <a:endParaRPr lang="en-GB"/>
          </a:p>
        </p:txBody>
      </p:sp>
    </p:spTree>
    <p:extLst>
      <p:ext uri="{BB962C8B-B14F-4D97-AF65-F5344CB8AC3E}">
        <p14:creationId xmlns:p14="http://schemas.microsoft.com/office/powerpoint/2010/main" val="39342655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5582E-9D60-417C-ABCB-3242003259F0}"/>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345CB3D-9089-9BD7-6420-9D11AC566E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BB1C79-EA12-87E2-AA32-823A6EC6D0F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C8B3174B-2B3A-12E1-0CCD-87BC1DDABC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625FC0-E831-7C20-171F-67977CC4324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ABEA704-FC56-4A3F-9A02-081037F33443}"/>
              </a:ext>
            </a:extLst>
          </p:cNvPr>
          <p:cNvSpPr>
            <a:spLocks noGrp="1"/>
          </p:cNvSpPr>
          <p:nvPr>
            <p:ph type="dt" sz="half" idx="10"/>
          </p:nvPr>
        </p:nvSpPr>
        <p:spPr/>
        <p:txBody>
          <a:bodyPr/>
          <a:lstStyle/>
          <a:p>
            <a:fld id="{8B176A1A-685E-4C19-8CBB-0042165454B9}" type="datetimeFigureOut">
              <a:rPr lang="en-GB" smtClean="0"/>
              <a:t>11/07/2025</a:t>
            </a:fld>
            <a:endParaRPr lang="en-GB"/>
          </a:p>
        </p:txBody>
      </p:sp>
      <p:sp>
        <p:nvSpPr>
          <p:cNvPr id="8" name="Footer Placeholder 7">
            <a:extLst>
              <a:ext uri="{FF2B5EF4-FFF2-40B4-BE49-F238E27FC236}">
                <a16:creationId xmlns:a16="http://schemas.microsoft.com/office/drawing/2014/main" id="{C47D8516-E67D-1F37-6595-275222B9FB6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EB21FACC-10CF-A9BB-4DD7-B23032366B92}"/>
              </a:ext>
            </a:extLst>
          </p:cNvPr>
          <p:cNvSpPr>
            <a:spLocks noGrp="1"/>
          </p:cNvSpPr>
          <p:nvPr>
            <p:ph type="sldNum" sz="quarter" idx="12"/>
          </p:nvPr>
        </p:nvSpPr>
        <p:spPr/>
        <p:txBody>
          <a:bodyPr/>
          <a:lstStyle/>
          <a:p>
            <a:fld id="{10B01323-545D-4A91-A93B-41178A19569D}" type="slidenum">
              <a:rPr lang="en-GB" smtClean="0"/>
              <a:t>‹#›</a:t>
            </a:fld>
            <a:endParaRPr lang="en-GB"/>
          </a:p>
        </p:txBody>
      </p:sp>
    </p:spTree>
    <p:extLst>
      <p:ext uri="{BB962C8B-B14F-4D97-AF65-F5344CB8AC3E}">
        <p14:creationId xmlns:p14="http://schemas.microsoft.com/office/powerpoint/2010/main" val="1180316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E2238-AD21-A0F7-C332-A6DA2A243E5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BD7F11B-8DE4-8834-BFF0-2EB6A24AE5C8}"/>
              </a:ext>
            </a:extLst>
          </p:cNvPr>
          <p:cNvSpPr>
            <a:spLocks noGrp="1"/>
          </p:cNvSpPr>
          <p:nvPr>
            <p:ph type="dt" sz="half" idx="10"/>
          </p:nvPr>
        </p:nvSpPr>
        <p:spPr/>
        <p:txBody>
          <a:bodyPr/>
          <a:lstStyle/>
          <a:p>
            <a:fld id="{8B176A1A-685E-4C19-8CBB-0042165454B9}" type="datetimeFigureOut">
              <a:rPr lang="en-GB" smtClean="0"/>
              <a:t>11/07/2025</a:t>
            </a:fld>
            <a:endParaRPr lang="en-GB"/>
          </a:p>
        </p:txBody>
      </p:sp>
      <p:sp>
        <p:nvSpPr>
          <p:cNvPr id="4" name="Footer Placeholder 3">
            <a:extLst>
              <a:ext uri="{FF2B5EF4-FFF2-40B4-BE49-F238E27FC236}">
                <a16:creationId xmlns:a16="http://schemas.microsoft.com/office/drawing/2014/main" id="{4712AA21-7C99-A86E-F261-C35E26BD41F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7664177-438F-03F2-1805-D490FF477CE0}"/>
              </a:ext>
            </a:extLst>
          </p:cNvPr>
          <p:cNvSpPr>
            <a:spLocks noGrp="1"/>
          </p:cNvSpPr>
          <p:nvPr>
            <p:ph type="sldNum" sz="quarter" idx="12"/>
          </p:nvPr>
        </p:nvSpPr>
        <p:spPr/>
        <p:txBody>
          <a:bodyPr/>
          <a:lstStyle/>
          <a:p>
            <a:fld id="{10B01323-545D-4A91-A93B-41178A19569D}" type="slidenum">
              <a:rPr lang="en-GB" smtClean="0"/>
              <a:t>‹#›</a:t>
            </a:fld>
            <a:endParaRPr lang="en-GB"/>
          </a:p>
        </p:txBody>
      </p:sp>
    </p:spTree>
    <p:extLst>
      <p:ext uri="{BB962C8B-B14F-4D97-AF65-F5344CB8AC3E}">
        <p14:creationId xmlns:p14="http://schemas.microsoft.com/office/powerpoint/2010/main" val="10121506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F1DD89-379B-BA25-30CE-AC0C25A3EC21}"/>
              </a:ext>
            </a:extLst>
          </p:cNvPr>
          <p:cNvSpPr>
            <a:spLocks noGrp="1"/>
          </p:cNvSpPr>
          <p:nvPr>
            <p:ph type="dt" sz="half" idx="10"/>
          </p:nvPr>
        </p:nvSpPr>
        <p:spPr/>
        <p:txBody>
          <a:bodyPr/>
          <a:lstStyle/>
          <a:p>
            <a:fld id="{8B176A1A-685E-4C19-8CBB-0042165454B9}" type="datetimeFigureOut">
              <a:rPr lang="en-GB" smtClean="0"/>
              <a:t>11/07/2025</a:t>
            </a:fld>
            <a:endParaRPr lang="en-GB"/>
          </a:p>
        </p:txBody>
      </p:sp>
      <p:sp>
        <p:nvSpPr>
          <p:cNvPr id="3" name="Footer Placeholder 2">
            <a:extLst>
              <a:ext uri="{FF2B5EF4-FFF2-40B4-BE49-F238E27FC236}">
                <a16:creationId xmlns:a16="http://schemas.microsoft.com/office/drawing/2014/main" id="{C2EF6609-571F-81AA-7738-5DDDAC51D3D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804BAEB-8BD6-AB5B-5702-BE049CF24CA0}"/>
              </a:ext>
            </a:extLst>
          </p:cNvPr>
          <p:cNvSpPr>
            <a:spLocks noGrp="1"/>
          </p:cNvSpPr>
          <p:nvPr>
            <p:ph type="sldNum" sz="quarter" idx="12"/>
          </p:nvPr>
        </p:nvSpPr>
        <p:spPr/>
        <p:txBody>
          <a:bodyPr/>
          <a:lstStyle/>
          <a:p>
            <a:fld id="{10B01323-545D-4A91-A93B-41178A19569D}" type="slidenum">
              <a:rPr lang="en-GB" smtClean="0"/>
              <a:t>‹#›</a:t>
            </a:fld>
            <a:endParaRPr lang="en-GB"/>
          </a:p>
        </p:txBody>
      </p:sp>
    </p:spTree>
    <p:extLst>
      <p:ext uri="{BB962C8B-B14F-4D97-AF65-F5344CB8AC3E}">
        <p14:creationId xmlns:p14="http://schemas.microsoft.com/office/powerpoint/2010/main" val="23459881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1BF20-30B7-3A89-D7A4-23FF6DF13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CBE8DE2-E3E6-ECD5-6C04-0869DB0BE5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1AACD25-03A5-0828-A3D4-F33274EF52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EF52F1-A202-E97B-E0A4-7A44DBA5ADFB}"/>
              </a:ext>
            </a:extLst>
          </p:cNvPr>
          <p:cNvSpPr>
            <a:spLocks noGrp="1"/>
          </p:cNvSpPr>
          <p:nvPr>
            <p:ph type="dt" sz="half" idx="10"/>
          </p:nvPr>
        </p:nvSpPr>
        <p:spPr/>
        <p:txBody>
          <a:bodyPr/>
          <a:lstStyle/>
          <a:p>
            <a:fld id="{8B176A1A-685E-4C19-8CBB-0042165454B9}" type="datetimeFigureOut">
              <a:rPr lang="en-GB" smtClean="0"/>
              <a:t>11/07/2025</a:t>
            </a:fld>
            <a:endParaRPr lang="en-GB"/>
          </a:p>
        </p:txBody>
      </p:sp>
      <p:sp>
        <p:nvSpPr>
          <p:cNvPr id="6" name="Footer Placeholder 5">
            <a:extLst>
              <a:ext uri="{FF2B5EF4-FFF2-40B4-BE49-F238E27FC236}">
                <a16:creationId xmlns:a16="http://schemas.microsoft.com/office/drawing/2014/main" id="{7D53EFC3-BABA-4BA5-C2D2-0C9681A00FB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E12CF6E-A90D-23B2-EC6E-E6CBCCEA9456}"/>
              </a:ext>
            </a:extLst>
          </p:cNvPr>
          <p:cNvSpPr>
            <a:spLocks noGrp="1"/>
          </p:cNvSpPr>
          <p:nvPr>
            <p:ph type="sldNum" sz="quarter" idx="12"/>
          </p:nvPr>
        </p:nvSpPr>
        <p:spPr/>
        <p:txBody>
          <a:bodyPr/>
          <a:lstStyle/>
          <a:p>
            <a:fld id="{10B01323-545D-4A91-A93B-41178A19569D}" type="slidenum">
              <a:rPr lang="en-GB" smtClean="0"/>
              <a:t>‹#›</a:t>
            </a:fld>
            <a:endParaRPr lang="en-GB"/>
          </a:p>
        </p:txBody>
      </p:sp>
    </p:spTree>
    <p:extLst>
      <p:ext uri="{BB962C8B-B14F-4D97-AF65-F5344CB8AC3E}">
        <p14:creationId xmlns:p14="http://schemas.microsoft.com/office/powerpoint/2010/main" val="4171439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D77D1-2667-A50D-EC88-FAA4E3FE76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0F62161-7C88-5021-5C60-5AA54C71A5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CF3A620-77CE-9ED1-6869-A5DFCBF706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ADA32B-6925-0F5C-7FA3-F331EC617B1A}"/>
              </a:ext>
            </a:extLst>
          </p:cNvPr>
          <p:cNvSpPr>
            <a:spLocks noGrp="1"/>
          </p:cNvSpPr>
          <p:nvPr>
            <p:ph type="dt" sz="half" idx="10"/>
          </p:nvPr>
        </p:nvSpPr>
        <p:spPr/>
        <p:txBody>
          <a:bodyPr/>
          <a:lstStyle/>
          <a:p>
            <a:fld id="{8B176A1A-685E-4C19-8CBB-0042165454B9}" type="datetimeFigureOut">
              <a:rPr lang="en-GB" smtClean="0"/>
              <a:t>11/07/2025</a:t>
            </a:fld>
            <a:endParaRPr lang="en-GB"/>
          </a:p>
        </p:txBody>
      </p:sp>
      <p:sp>
        <p:nvSpPr>
          <p:cNvPr id="6" name="Footer Placeholder 5">
            <a:extLst>
              <a:ext uri="{FF2B5EF4-FFF2-40B4-BE49-F238E27FC236}">
                <a16:creationId xmlns:a16="http://schemas.microsoft.com/office/drawing/2014/main" id="{8F2B3BB1-2A48-EC06-84C5-3C60DA056D9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9F7CD0F-253B-513C-FA6A-65F03FE381CD}"/>
              </a:ext>
            </a:extLst>
          </p:cNvPr>
          <p:cNvSpPr>
            <a:spLocks noGrp="1"/>
          </p:cNvSpPr>
          <p:nvPr>
            <p:ph type="sldNum" sz="quarter" idx="12"/>
          </p:nvPr>
        </p:nvSpPr>
        <p:spPr/>
        <p:txBody>
          <a:bodyPr/>
          <a:lstStyle/>
          <a:p>
            <a:fld id="{10B01323-545D-4A91-A93B-41178A19569D}" type="slidenum">
              <a:rPr lang="en-GB" smtClean="0"/>
              <a:t>‹#›</a:t>
            </a:fld>
            <a:endParaRPr lang="en-GB"/>
          </a:p>
        </p:txBody>
      </p:sp>
    </p:spTree>
    <p:extLst>
      <p:ext uri="{BB962C8B-B14F-4D97-AF65-F5344CB8AC3E}">
        <p14:creationId xmlns:p14="http://schemas.microsoft.com/office/powerpoint/2010/main" val="1000113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0167D-B8E6-A229-2E63-4045152A0C8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725744D-D59B-138A-373A-615055042A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996D44A-39AA-3807-F720-59263B5E954B}"/>
              </a:ext>
            </a:extLst>
          </p:cNvPr>
          <p:cNvSpPr>
            <a:spLocks noGrp="1"/>
          </p:cNvSpPr>
          <p:nvPr>
            <p:ph type="dt" sz="half" idx="10"/>
          </p:nvPr>
        </p:nvSpPr>
        <p:spPr/>
        <p:txBody>
          <a:bodyPr/>
          <a:lstStyle/>
          <a:p>
            <a:fld id="{8B176A1A-685E-4C19-8CBB-0042165454B9}" type="datetimeFigureOut">
              <a:rPr lang="en-GB" smtClean="0"/>
              <a:t>11/07/2025</a:t>
            </a:fld>
            <a:endParaRPr lang="en-GB"/>
          </a:p>
        </p:txBody>
      </p:sp>
      <p:sp>
        <p:nvSpPr>
          <p:cNvPr id="5" name="Footer Placeholder 4">
            <a:extLst>
              <a:ext uri="{FF2B5EF4-FFF2-40B4-BE49-F238E27FC236}">
                <a16:creationId xmlns:a16="http://schemas.microsoft.com/office/drawing/2014/main" id="{C754BCBD-7EA7-2CF2-97F5-683183DCDE2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3D09FDC-6C9A-8F0C-4188-F3085421922F}"/>
              </a:ext>
            </a:extLst>
          </p:cNvPr>
          <p:cNvSpPr>
            <a:spLocks noGrp="1"/>
          </p:cNvSpPr>
          <p:nvPr>
            <p:ph type="sldNum" sz="quarter" idx="12"/>
          </p:nvPr>
        </p:nvSpPr>
        <p:spPr/>
        <p:txBody>
          <a:bodyPr/>
          <a:lstStyle/>
          <a:p>
            <a:fld id="{10B01323-545D-4A91-A93B-41178A19569D}" type="slidenum">
              <a:rPr lang="en-GB" smtClean="0"/>
              <a:t>‹#›</a:t>
            </a:fld>
            <a:endParaRPr lang="en-GB"/>
          </a:p>
        </p:txBody>
      </p:sp>
    </p:spTree>
    <p:extLst>
      <p:ext uri="{BB962C8B-B14F-4D97-AF65-F5344CB8AC3E}">
        <p14:creationId xmlns:p14="http://schemas.microsoft.com/office/powerpoint/2010/main" val="1183122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B4EADA-29C5-E109-98DB-6FA35210D6F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B1DB9EE-2108-05FD-8575-9BD4F7A5BA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B1B2EED-C4CF-1E56-2C30-D60EFF2205A6}"/>
              </a:ext>
            </a:extLst>
          </p:cNvPr>
          <p:cNvSpPr>
            <a:spLocks noGrp="1"/>
          </p:cNvSpPr>
          <p:nvPr>
            <p:ph type="dt" sz="half" idx="10"/>
          </p:nvPr>
        </p:nvSpPr>
        <p:spPr/>
        <p:txBody>
          <a:bodyPr/>
          <a:lstStyle/>
          <a:p>
            <a:fld id="{8B176A1A-685E-4C19-8CBB-0042165454B9}" type="datetimeFigureOut">
              <a:rPr lang="en-GB" smtClean="0"/>
              <a:t>11/07/2025</a:t>
            </a:fld>
            <a:endParaRPr lang="en-GB"/>
          </a:p>
        </p:txBody>
      </p:sp>
      <p:sp>
        <p:nvSpPr>
          <p:cNvPr id="5" name="Footer Placeholder 4">
            <a:extLst>
              <a:ext uri="{FF2B5EF4-FFF2-40B4-BE49-F238E27FC236}">
                <a16:creationId xmlns:a16="http://schemas.microsoft.com/office/drawing/2014/main" id="{62B22F9A-8283-EB63-9903-DCEAE95C436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9B2E049-E48E-3A3E-67FB-3A760069CB11}"/>
              </a:ext>
            </a:extLst>
          </p:cNvPr>
          <p:cNvSpPr>
            <a:spLocks noGrp="1"/>
          </p:cNvSpPr>
          <p:nvPr>
            <p:ph type="sldNum" sz="quarter" idx="12"/>
          </p:nvPr>
        </p:nvSpPr>
        <p:spPr/>
        <p:txBody>
          <a:bodyPr/>
          <a:lstStyle/>
          <a:p>
            <a:fld id="{10B01323-545D-4A91-A93B-41178A19569D}" type="slidenum">
              <a:rPr lang="en-GB" smtClean="0"/>
              <a:t>‹#›</a:t>
            </a:fld>
            <a:endParaRPr lang="en-GB"/>
          </a:p>
        </p:txBody>
      </p:sp>
    </p:spTree>
    <p:extLst>
      <p:ext uri="{BB962C8B-B14F-4D97-AF65-F5344CB8AC3E}">
        <p14:creationId xmlns:p14="http://schemas.microsoft.com/office/powerpoint/2010/main" val="34496470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48AE72-F369-060E-CE72-BF80022199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6E6FCC9-FC30-F8DE-2131-9C19134517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D2A0811-13EF-F4A9-AA79-DF7D08CB65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B176A1A-685E-4C19-8CBB-0042165454B9}" type="datetimeFigureOut">
              <a:rPr lang="en-GB" smtClean="0"/>
              <a:t>11/07/2025</a:t>
            </a:fld>
            <a:endParaRPr lang="en-GB"/>
          </a:p>
        </p:txBody>
      </p:sp>
      <p:sp>
        <p:nvSpPr>
          <p:cNvPr id="5" name="Footer Placeholder 4">
            <a:extLst>
              <a:ext uri="{FF2B5EF4-FFF2-40B4-BE49-F238E27FC236}">
                <a16:creationId xmlns:a16="http://schemas.microsoft.com/office/drawing/2014/main" id="{ABF310BC-8675-3955-5F67-78E247D367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719C1245-9624-43E3-7E0A-F9568EFB76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0B01323-545D-4A91-A93B-41178A19569D}" type="slidenum">
              <a:rPr lang="en-GB" smtClean="0"/>
              <a:t>‹#›</a:t>
            </a:fld>
            <a:endParaRPr lang="en-GB"/>
          </a:p>
        </p:txBody>
      </p:sp>
    </p:spTree>
    <p:extLst>
      <p:ext uri="{BB962C8B-B14F-4D97-AF65-F5344CB8AC3E}">
        <p14:creationId xmlns:p14="http://schemas.microsoft.com/office/powerpoint/2010/main" val="36585822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jpe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0.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2.jp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16.jp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7.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4.svg"/><Relationship Id="rId2" Type="http://schemas.openxmlformats.org/officeDocument/2006/relationships/image" Target="../media/image63.png"/><Relationship Id="rId1" Type="http://schemas.openxmlformats.org/officeDocument/2006/relationships/slideLayout" Target="../slideLayouts/slideLayout2.xml"/><Relationship Id="rId5" Type="http://schemas.openxmlformats.org/officeDocument/2006/relationships/image" Target="../media/image66.svg"/><Relationship Id="rId4" Type="http://schemas.openxmlformats.org/officeDocument/2006/relationships/image" Target="../media/image6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4" name="Rectangle 2063">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10BA897-353B-2EA4-AF92-2040097495E8}"/>
              </a:ext>
            </a:extLst>
          </p:cNvPr>
          <p:cNvSpPr txBox="1"/>
          <p:nvPr/>
        </p:nvSpPr>
        <p:spPr>
          <a:xfrm>
            <a:off x="804672" y="5116529"/>
            <a:ext cx="10592174" cy="1000655"/>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4000">
                <a:ln w="0"/>
                <a:solidFill>
                  <a:schemeClr val="tx2"/>
                </a:solidFill>
                <a:effectLst>
                  <a:outerShdw blurRad="38100" dist="19050" dir="2700000" algn="tl" rotWithShape="0">
                    <a:schemeClr val="dk1">
                      <a:alpha val="40000"/>
                    </a:schemeClr>
                  </a:outerShdw>
                </a:effectLst>
                <a:latin typeface="+mj-lt"/>
                <a:ea typeface="+mj-ea"/>
                <a:cs typeface="+mj-cs"/>
              </a:rPr>
              <a:t>OTA Updates with Real Time Diagnostics via CAN</a:t>
            </a:r>
          </a:p>
        </p:txBody>
      </p:sp>
      <p:pic>
        <p:nvPicPr>
          <p:cNvPr id="2052" name="Picture 4" descr="What is OTA? A Comprehensive Guide to Vehicle Over-the-Air Updates ...">
            <a:extLst>
              <a:ext uri="{FF2B5EF4-FFF2-40B4-BE49-F238E27FC236}">
                <a16:creationId xmlns:a16="http://schemas.microsoft.com/office/drawing/2014/main" id="{9B42DAF0-335E-68EF-4A6A-E984BF3B9E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3306"/>
          <a:stretch>
            <a:fillRect/>
          </a:stretch>
        </p:blipFill>
        <p:spPr bwMode="auto">
          <a:xfrm>
            <a:off x="0" y="10"/>
            <a:ext cx="12192000" cy="4201449"/>
          </a:xfrm>
          <a:prstGeom prst="rect">
            <a:avLst/>
          </a:prstGeom>
          <a:noFill/>
          <a:extLst>
            <a:ext uri="{909E8E84-426E-40DD-AFC4-6F175D3DCCD1}">
              <a14:hiddenFill xmlns:a14="http://schemas.microsoft.com/office/drawing/2010/main">
                <a:solidFill>
                  <a:srgbClr val="FFFFFF"/>
                </a:solidFill>
              </a14:hiddenFill>
            </a:ext>
          </a:extLst>
        </p:spPr>
      </p:pic>
      <p:grpSp>
        <p:nvGrpSpPr>
          <p:cNvPr id="2065" name="Group 2064">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2066" name="Freeform: Shape 2065">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2067" name="Freeform: Shape 2066">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062" name="Freeform: Shape 2061">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2063" name="Freeform: Shape 2062">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305782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0AAD52C3-F510-4AD2-8B1D-7D8A574B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bject 12">
            <a:extLst>
              <a:ext uri="{FF2B5EF4-FFF2-40B4-BE49-F238E27FC236}">
                <a16:creationId xmlns:a16="http://schemas.microsoft.com/office/drawing/2014/main" id="{4D93E3E7-D822-B7FA-0D98-89664E8EF39E}"/>
              </a:ext>
            </a:extLst>
          </p:cNvPr>
          <p:cNvSpPr txBox="1"/>
          <p:nvPr/>
        </p:nvSpPr>
        <p:spPr>
          <a:xfrm>
            <a:off x="884977" y="4519343"/>
            <a:ext cx="5130957" cy="1659925"/>
          </a:xfrm>
          <a:prstGeom prst="rect">
            <a:avLst/>
          </a:prstGeom>
        </p:spPr>
        <p:txBody>
          <a:bodyPr vert="horz" lIns="91440" tIns="45720" rIns="91440" bIns="45720" rtlCol="0" anchor="ctr">
            <a:normAutofit/>
          </a:bodyPr>
          <a:lstStyle/>
          <a:p>
            <a:pPr indent="-228600">
              <a:lnSpc>
                <a:spcPct val="90000"/>
              </a:lnSpc>
              <a:spcBef>
                <a:spcPts val="100"/>
              </a:spcBef>
              <a:buFont typeface="Arial" panose="020B0604020202020204" pitchFamily="34" charset="0"/>
              <a:buChar char="•"/>
            </a:pPr>
            <a:r>
              <a:rPr lang="en-US" sz="2000" b="1" dirty="0"/>
              <a:t>Supervisor: </a:t>
            </a:r>
            <a:r>
              <a:rPr lang="en-US" sz="2000" b="1" dirty="0" err="1"/>
              <a:t>Dr.</a:t>
            </a:r>
            <a:r>
              <a:rPr lang="en-US" sz="2000" dirty="0" err="1"/>
              <a:t>Mohamed</a:t>
            </a:r>
            <a:r>
              <a:rPr lang="en-US" sz="2000" dirty="0"/>
              <a:t> Mourad</a:t>
            </a:r>
          </a:p>
          <a:p>
            <a:pPr indent="-228600">
              <a:lnSpc>
                <a:spcPct val="90000"/>
              </a:lnSpc>
              <a:spcBef>
                <a:spcPts val="1080"/>
              </a:spcBef>
              <a:buFont typeface="Arial" panose="020B0604020202020204" pitchFamily="34" charset="0"/>
              <a:buChar char="•"/>
            </a:pPr>
            <a:r>
              <a:rPr lang="en-US" sz="2000" b="1" dirty="0"/>
              <a:t>Academic</a:t>
            </a:r>
            <a:r>
              <a:rPr lang="en-US" sz="2000" b="1" spc="-65" dirty="0"/>
              <a:t> </a:t>
            </a:r>
            <a:r>
              <a:rPr lang="en-US" sz="2000" b="1" dirty="0"/>
              <a:t>Year:</a:t>
            </a:r>
            <a:r>
              <a:rPr lang="en-US" sz="2000" b="1" spc="-35" dirty="0"/>
              <a:t> </a:t>
            </a:r>
            <a:r>
              <a:rPr lang="en-US" sz="2000" b="1" dirty="0"/>
              <a:t>2024-</a:t>
            </a:r>
            <a:r>
              <a:rPr lang="en-US" sz="2000" b="1" spc="-20" dirty="0"/>
              <a:t>2025</a:t>
            </a:r>
            <a:endParaRPr lang="en-US" sz="2000" b="1" dirty="0"/>
          </a:p>
          <a:p>
            <a:pPr indent="-228600">
              <a:lnSpc>
                <a:spcPct val="90000"/>
              </a:lnSpc>
              <a:spcBef>
                <a:spcPts val="1080"/>
              </a:spcBef>
              <a:buFont typeface="Arial" panose="020B0604020202020204" pitchFamily="34" charset="0"/>
              <a:buChar char="•"/>
            </a:pPr>
            <a:r>
              <a:rPr lang="en-US" sz="2000" b="1" dirty="0"/>
              <a:t>Presentation Date: </a:t>
            </a:r>
            <a:r>
              <a:rPr lang="en-US" sz="2000" spc="-10" dirty="0"/>
              <a:t>[12/7/2025]</a:t>
            </a:r>
            <a:endParaRPr lang="en-US" sz="2000" dirty="0"/>
          </a:p>
        </p:txBody>
      </p:sp>
      <p:graphicFrame>
        <p:nvGraphicFramePr>
          <p:cNvPr id="2" name="object 2">
            <a:extLst>
              <a:ext uri="{FF2B5EF4-FFF2-40B4-BE49-F238E27FC236}">
                <a16:creationId xmlns:a16="http://schemas.microsoft.com/office/drawing/2014/main" id="{BD582736-D78E-600C-E04F-DFEFE5F1716F}"/>
              </a:ext>
            </a:extLst>
          </p:cNvPr>
          <p:cNvGraphicFramePr>
            <a:graphicFrameLocks noGrp="1"/>
          </p:cNvGraphicFramePr>
          <p:nvPr>
            <p:extLst>
              <p:ext uri="{D42A27DB-BD31-4B8C-83A1-F6EECF244321}">
                <p14:modId xmlns:p14="http://schemas.microsoft.com/office/powerpoint/2010/main" val="1703193093"/>
              </p:ext>
            </p:extLst>
          </p:nvPr>
        </p:nvGraphicFramePr>
        <p:xfrm>
          <a:off x="824787" y="788425"/>
          <a:ext cx="5130957" cy="3078127"/>
        </p:xfrm>
        <a:graphic>
          <a:graphicData uri="http://schemas.openxmlformats.org/drawingml/2006/table">
            <a:tbl>
              <a:tblPr firstRow="1" bandRow="1">
                <a:tableStyleId>{2D5ABB26-0587-4C30-8999-92F81FD0307C}</a:tableStyleId>
              </a:tblPr>
              <a:tblGrid>
                <a:gridCol w="5130957">
                  <a:extLst>
                    <a:ext uri="{9D8B030D-6E8A-4147-A177-3AD203B41FA5}">
                      <a16:colId xmlns:a16="http://schemas.microsoft.com/office/drawing/2014/main" val="20000"/>
                    </a:ext>
                  </a:extLst>
                </a:gridCol>
              </a:tblGrid>
              <a:tr h="648244">
                <a:tc>
                  <a:txBody>
                    <a:bodyPr/>
                    <a:lstStyle/>
                    <a:p>
                      <a:pPr marL="99060" algn="ctr">
                        <a:lnSpc>
                          <a:spcPct val="100000"/>
                        </a:lnSpc>
                        <a:spcBef>
                          <a:spcPts val="825"/>
                        </a:spcBef>
                      </a:pPr>
                      <a:r>
                        <a:rPr lang="en-GB" sz="2200" b="1" dirty="0">
                          <a:solidFill>
                            <a:schemeClr val="bg1"/>
                          </a:solidFill>
                          <a:latin typeface="Liberation Sans"/>
                          <a:cs typeface="Liberation Sans"/>
                        </a:rPr>
                        <a:t>Project </a:t>
                      </a:r>
                      <a:r>
                        <a:rPr lang="en-GB" sz="2200" b="1" spc="-10" dirty="0">
                          <a:solidFill>
                            <a:schemeClr val="bg1"/>
                          </a:solidFill>
                          <a:latin typeface="Liberation Sans"/>
                          <a:cs typeface="Liberation Sans"/>
                        </a:rPr>
                        <a:t>Members</a:t>
                      </a:r>
                      <a:endParaRPr lang="en-GB" sz="2200" dirty="0">
                        <a:solidFill>
                          <a:schemeClr val="bg1"/>
                        </a:solidFill>
                        <a:latin typeface="Liberation Sans"/>
                        <a:cs typeface="Liberation Sans"/>
                      </a:endParaRPr>
                    </a:p>
                  </a:txBody>
                  <a:tcPr marL="0" marR="0" marT="191344" marB="0">
                    <a:lnB w="9525">
                      <a:solidFill>
                        <a:srgbClr val="DDDDDD"/>
                      </a:solidFill>
                      <a:prstDash val="solid"/>
                    </a:lnB>
                    <a:solidFill>
                      <a:srgbClr val="1B365C"/>
                    </a:solidFill>
                  </a:tcPr>
                </a:tc>
                <a:extLst>
                  <a:ext uri="{0D108BD9-81ED-4DB2-BD59-A6C34878D82A}">
                    <a16:rowId xmlns:a16="http://schemas.microsoft.com/office/drawing/2014/main" val="10000"/>
                  </a:ext>
                </a:extLst>
              </a:tr>
              <a:tr h="715008">
                <a:tc>
                  <a:txBody>
                    <a:bodyPr/>
                    <a:lstStyle/>
                    <a:p>
                      <a:pPr marL="103505" algn="ctr">
                        <a:lnSpc>
                          <a:spcPct val="100000"/>
                        </a:lnSpc>
                        <a:spcBef>
                          <a:spcPts val="0"/>
                        </a:spcBef>
                      </a:pPr>
                      <a:r>
                        <a:rPr lang="en-GB" sz="2800" b="1" dirty="0">
                          <a:solidFill>
                            <a:schemeClr val="tx1"/>
                          </a:solidFill>
                          <a:latin typeface="Liberation Sans"/>
                          <a:cs typeface="Liberation Sans"/>
                        </a:rPr>
                        <a:t>Ahmed Ragab Mogoda</a:t>
                      </a:r>
                    </a:p>
                  </a:txBody>
                  <a:tcPr marL="0" marR="0" marT="199462" marB="0" anchor="ctr">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extLst>
                  <a:ext uri="{0D108BD9-81ED-4DB2-BD59-A6C34878D82A}">
                    <a16:rowId xmlns:a16="http://schemas.microsoft.com/office/drawing/2014/main" val="10001"/>
                  </a:ext>
                </a:extLst>
              </a:tr>
              <a:tr h="832136">
                <a:tc>
                  <a:txBody>
                    <a:bodyPr/>
                    <a:lstStyle/>
                    <a:p>
                      <a:pPr marL="103505" algn="ctr">
                        <a:lnSpc>
                          <a:spcPct val="100000"/>
                        </a:lnSpc>
                        <a:spcBef>
                          <a:spcPts val="0"/>
                        </a:spcBef>
                      </a:pPr>
                      <a:r>
                        <a:rPr lang="en-GB" sz="2800" b="1" dirty="0">
                          <a:solidFill>
                            <a:schemeClr val="tx1"/>
                          </a:solidFill>
                          <a:latin typeface="Liberation Sans"/>
                          <a:cs typeface="Liberation Sans"/>
                        </a:rPr>
                        <a:t>Amar Ragab Youssef</a:t>
                      </a:r>
                    </a:p>
                  </a:txBody>
                  <a:tcPr marL="0" marR="0" marT="199462" marB="0" anchor="ctr">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extLst>
                  <a:ext uri="{0D108BD9-81ED-4DB2-BD59-A6C34878D82A}">
                    <a16:rowId xmlns:a16="http://schemas.microsoft.com/office/drawing/2014/main" val="10002"/>
                  </a:ext>
                </a:extLst>
              </a:tr>
              <a:tr h="882739">
                <a:tc>
                  <a:txBody>
                    <a:bodyPr/>
                    <a:lstStyle/>
                    <a:p>
                      <a:pPr marL="103505" algn="ctr">
                        <a:lnSpc>
                          <a:spcPct val="100000"/>
                        </a:lnSpc>
                        <a:spcBef>
                          <a:spcPts val="0"/>
                        </a:spcBef>
                      </a:pPr>
                      <a:r>
                        <a:rPr lang="en-GB" sz="2800" b="1" dirty="0">
                          <a:solidFill>
                            <a:schemeClr val="tx1"/>
                          </a:solidFill>
                          <a:effectLst/>
                          <a:latin typeface="+mn-lt"/>
                          <a:ea typeface="+mn-ea"/>
                          <a:cs typeface="+mn-cs"/>
                        </a:rPr>
                        <a:t>Mahmoud El </a:t>
                      </a:r>
                      <a:r>
                        <a:rPr lang="en-GB" sz="2800" b="1" dirty="0" err="1">
                          <a:solidFill>
                            <a:schemeClr val="tx1"/>
                          </a:solidFill>
                          <a:effectLst/>
                          <a:latin typeface="+mn-lt"/>
                          <a:ea typeface="+mn-ea"/>
                          <a:cs typeface="+mn-cs"/>
                        </a:rPr>
                        <a:t>Dinary</a:t>
                      </a:r>
                      <a:r>
                        <a:rPr lang="en-GB" sz="2800" b="1" dirty="0">
                          <a:solidFill>
                            <a:schemeClr val="tx1"/>
                          </a:solidFill>
                          <a:effectLst/>
                          <a:latin typeface="+mn-lt"/>
                          <a:ea typeface="+mn-ea"/>
                          <a:cs typeface="+mn-cs"/>
                        </a:rPr>
                        <a:t> Mohamed</a:t>
                      </a:r>
                      <a:endParaRPr lang="en-GB" sz="2800" b="1" dirty="0">
                        <a:solidFill>
                          <a:schemeClr val="tx1"/>
                        </a:solidFill>
                        <a:latin typeface="Liberation Sans"/>
                        <a:cs typeface="Liberation Sans"/>
                      </a:endParaRPr>
                    </a:p>
                  </a:txBody>
                  <a:tcPr marL="0" marR="0" marT="199462" marB="0" anchor="ctr">
                    <a:lnL w="9525">
                      <a:solidFill>
                        <a:srgbClr val="DDDDDD"/>
                      </a:solidFill>
                      <a:prstDash val="solid"/>
                    </a:lnL>
                    <a:lnR w="9525">
                      <a:solidFill>
                        <a:srgbClr val="DDDDDD"/>
                      </a:solidFill>
                      <a:prstDash val="solid"/>
                    </a:lnR>
                    <a:lnT w="9525">
                      <a:solidFill>
                        <a:srgbClr val="DDDDDD"/>
                      </a:solidFill>
                      <a:prstDash val="solid"/>
                    </a:lnT>
                    <a:lnB w="9525">
                      <a:solidFill>
                        <a:srgbClr val="DDDDDD"/>
                      </a:solidFill>
                      <a:prstDash val="solid"/>
                    </a:lnB>
                  </a:tcPr>
                </a:tc>
                <a:extLst>
                  <a:ext uri="{0D108BD9-81ED-4DB2-BD59-A6C34878D82A}">
                    <a16:rowId xmlns:a16="http://schemas.microsoft.com/office/drawing/2014/main" val="10003"/>
                  </a:ext>
                </a:extLst>
              </a:tr>
            </a:tbl>
          </a:graphicData>
        </a:graphic>
      </p:graphicFrame>
      <p:pic>
        <p:nvPicPr>
          <p:cNvPr id="8" name="Picture 7">
            <a:extLst>
              <a:ext uri="{FF2B5EF4-FFF2-40B4-BE49-F238E27FC236}">
                <a16:creationId xmlns:a16="http://schemas.microsoft.com/office/drawing/2014/main" id="{2CF41D3F-E5E8-09D6-5AA6-B07AD1B7AE6B}"/>
              </a:ext>
            </a:extLst>
          </p:cNvPr>
          <p:cNvPicPr>
            <a:picLocks noChangeAspect="1"/>
          </p:cNvPicPr>
          <p:nvPr/>
        </p:nvPicPr>
        <p:blipFill>
          <a:blip r:embed="rId2"/>
          <a:stretch>
            <a:fillRect/>
          </a:stretch>
        </p:blipFill>
        <p:spPr>
          <a:xfrm>
            <a:off x="6952791" y="2971800"/>
            <a:ext cx="4414422" cy="2590800"/>
          </a:xfrm>
          <a:prstGeom prst="rect">
            <a:avLst/>
          </a:prstGeom>
        </p:spPr>
      </p:pic>
    </p:spTree>
    <p:extLst>
      <p:ext uri="{BB962C8B-B14F-4D97-AF65-F5344CB8AC3E}">
        <p14:creationId xmlns:p14="http://schemas.microsoft.com/office/powerpoint/2010/main" val="20683987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73C994B4-9721-4148-9EEC-6793CECDE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3" y="-1"/>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5" name="Rectangle 24">
            <a:extLst>
              <a:ext uri="{FF2B5EF4-FFF2-40B4-BE49-F238E27FC236}">
                <a16:creationId xmlns:a16="http://schemas.microsoft.com/office/drawing/2014/main" id="{F9D95E49-763A-4886-B038-82F734740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6" name="Rectangle 25">
            <a:extLst>
              <a:ext uri="{FF2B5EF4-FFF2-40B4-BE49-F238E27FC236}">
                <a16:creationId xmlns:a16="http://schemas.microsoft.com/office/drawing/2014/main" id="{FFC9858F-A31F-4B2E-998C-663913EFD2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699899"/>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2DCC5C-476C-6E01-71E5-32543D86E29D}"/>
              </a:ext>
            </a:extLst>
          </p:cNvPr>
          <p:cNvSpPr>
            <a:spLocks noGrp="1"/>
          </p:cNvSpPr>
          <p:nvPr>
            <p:ph type="ctrTitle"/>
          </p:nvPr>
        </p:nvSpPr>
        <p:spPr>
          <a:xfrm>
            <a:off x="4346642" y="247584"/>
            <a:ext cx="6629393" cy="1184187"/>
          </a:xfrm>
        </p:spPr>
        <p:txBody>
          <a:bodyPr vert="horz" lIns="91440" tIns="45720" rIns="91440" bIns="45720" rtlCol="0" anchor="b">
            <a:normAutofit/>
          </a:bodyPr>
          <a:lstStyle/>
          <a:p>
            <a:pPr algn="l"/>
            <a:r>
              <a:rPr lang="en-US" sz="4800" b="1" kern="1200" dirty="0">
                <a:solidFill>
                  <a:srgbClr val="002060"/>
                </a:solidFill>
                <a:latin typeface="+mj-lt"/>
                <a:ea typeface="+mj-ea"/>
                <a:cs typeface="+mj-cs"/>
              </a:rPr>
              <a:t>Problem Statement</a:t>
            </a:r>
          </a:p>
        </p:txBody>
      </p:sp>
      <p:sp>
        <p:nvSpPr>
          <p:cNvPr id="27" name="Rectangle 26">
            <a:extLst>
              <a:ext uri="{FF2B5EF4-FFF2-40B4-BE49-F238E27FC236}">
                <a16:creationId xmlns:a16="http://schemas.microsoft.com/office/drawing/2014/main" id="{DF790E19-E9B6-4BD2-909F-5CC48808D2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2"/>
            <a:ext cx="4346643" cy="737483"/>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pic>
        <p:nvPicPr>
          <p:cNvPr id="9" name="Graphic 8" descr="Warning">
            <a:extLst>
              <a:ext uri="{FF2B5EF4-FFF2-40B4-BE49-F238E27FC236}">
                <a16:creationId xmlns:a16="http://schemas.microsoft.com/office/drawing/2014/main" id="{118A29DA-D773-6032-4F03-1B77C0287B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957" y="1189797"/>
            <a:ext cx="3505200" cy="3505200"/>
          </a:xfrm>
          <a:prstGeom prst="rect">
            <a:avLst/>
          </a:prstGeom>
        </p:spPr>
      </p:pic>
      <p:sp>
        <p:nvSpPr>
          <p:cNvPr id="5" name="Rectangle 2">
            <a:extLst>
              <a:ext uri="{FF2B5EF4-FFF2-40B4-BE49-F238E27FC236}">
                <a16:creationId xmlns:a16="http://schemas.microsoft.com/office/drawing/2014/main" id="{BBA7F322-1488-7379-7E7A-73D6B9606C84}"/>
              </a:ext>
            </a:extLst>
          </p:cNvPr>
          <p:cNvSpPr>
            <a:spLocks noGrp="1" noChangeArrowheads="1"/>
          </p:cNvSpPr>
          <p:nvPr>
            <p:ph type="subTitle" idx="1"/>
          </p:nvPr>
        </p:nvSpPr>
        <p:spPr bwMode="auto">
          <a:xfrm>
            <a:off x="3276599" y="1600200"/>
            <a:ext cx="8534401" cy="458462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p>
            <a:pPr marL="0" marR="0" lvl="0" indent="-228600" algn="l" fontAlgn="base">
              <a:spcBef>
                <a:spcPct val="0"/>
              </a:spcBef>
              <a:spcAft>
                <a:spcPts val="600"/>
              </a:spcAft>
              <a:buClrTx/>
              <a:buSzTx/>
              <a:buFont typeface="Arial" panose="020B0604020202020204" pitchFamily="34" charset="0"/>
              <a:buChar char="•"/>
              <a:tabLst/>
            </a:pPr>
            <a:r>
              <a:rPr kumimoji="0" lang="en-US" altLang="en-US" sz="2000" b="1" i="0" u="none" strike="noStrike" cap="none" normalizeH="0" baseline="0" dirty="0">
                <a:ln>
                  <a:noFill/>
                </a:ln>
                <a:solidFill>
                  <a:srgbClr val="FF0000"/>
                </a:solidFill>
                <a:effectLst/>
              </a:rPr>
              <a:t>Software‑Defined ECUs:</a:t>
            </a:r>
            <a:endParaRPr kumimoji="0" lang="en-US" altLang="en-US" sz="2000" b="0" i="0" u="none" strike="noStrike" cap="none" normalizeH="0" baseline="0" dirty="0">
              <a:ln>
                <a:noFill/>
              </a:ln>
              <a:solidFill>
                <a:srgbClr val="FF0000"/>
              </a:solidFill>
              <a:effectLst/>
            </a:endParaRPr>
          </a:p>
          <a:p>
            <a:pPr marL="800100" lvl="1" indent="-342900" algn="l" fontAlgn="base">
              <a:spcBef>
                <a:spcPct val="0"/>
              </a:spcBef>
              <a:spcAft>
                <a:spcPts val="600"/>
              </a:spcAft>
              <a:buFont typeface="Arial" panose="020B0604020202020204" pitchFamily="34" charset="0"/>
              <a:buChar char="•"/>
            </a:pPr>
            <a:r>
              <a:rPr kumimoji="0" lang="en-US" altLang="en-US" b="0" i="0" u="none" strike="noStrike" cap="none" normalizeH="0" baseline="0" dirty="0">
                <a:ln>
                  <a:noFill/>
                </a:ln>
                <a:effectLst/>
              </a:rPr>
              <a:t>Modern vehicles rely on software‑defined ECUs for critical safety and performance functions.</a:t>
            </a:r>
          </a:p>
          <a:p>
            <a:pPr marL="228600" lvl="1" algn="l" fontAlgn="base">
              <a:spcBef>
                <a:spcPct val="0"/>
              </a:spcBef>
              <a:spcAft>
                <a:spcPts val="600"/>
              </a:spcAft>
            </a:pPr>
            <a:endParaRPr kumimoji="0" lang="en-US" altLang="en-US" b="0" i="0" u="none" strike="noStrike" cap="none" normalizeH="0" baseline="0" dirty="0">
              <a:ln>
                <a:noFill/>
              </a:ln>
              <a:effectLst/>
            </a:endParaRPr>
          </a:p>
          <a:p>
            <a:pPr marL="0" marR="0" lvl="0" indent="-228600" algn="l" fontAlgn="base">
              <a:spcBef>
                <a:spcPct val="0"/>
              </a:spcBef>
              <a:spcAft>
                <a:spcPts val="600"/>
              </a:spcAft>
              <a:buClrTx/>
              <a:buSzTx/>
              <a:buFont typeface="Arial" panose="020B0604020202020204" pitchFamily="34" charset="0"/>
              <a:buChar char="•"/>
              <a:tabLst/>
            </a:pPr>
            <a:r>
              <a:rPr kumimoji="0" lang="en-US" altLang="en-US" sz="2000" b="1" i="0" u="none" strike="noStrike" cap="none" normalizeH="0" baseline="0" dirty="0">
                <a:ln>
                  <a:noFill/>
                </a:ln>
                <a:solidFill>
                  <a:srgbClr val="FF0000"/>
                </a:solidFill>
                <a:effectLst/>
              </a:rPr>
              <a:t>Current Workflow Challenges:</a:t>
            </a:r>
            <a:endParaRPr kumimoji="0" lang="en-US" altLang="en-US" sz="2000" b="0" i="0" u="none" strike="noStrike" cap="none" normalizeH="0" baseline="0" dirty="0">
              <a:ln>
                <a:noFill/>
              </a:ln>
              <a:solidFill>
                <a:srgbClr val="FF0000"/>
              </a:solidFill>
              <a:effectLst/>
            </a:endParaRPr>
          </a:p>
          <a:p>
            <a:pPr marL="800100" lvl="1" indent="-228600" algn="l" fontAlgn="base">
              <a:spcBef>
                <a:spcPct val="0"/>
              </a:spcBef>
              <a:spcAft>
                <a:spcPts val="600"/>
              </a:spcAft>
              <a:buFont typeface="Arial" panose="020B0604020202020204" pitchFamily="34" charset="0"/>
              <a:buChar char="•"/>
            </a:pPr>
            <a:r>
              <a:rPr kumimoji="0" lang="en-US" altLang="en-US" b="0" i="0" u="none" strike="noStrike" cap="none" normalizeH="0" baseline="0" dirty="0">
                <a:ln>
                  <a:noFill/>
                </a:ln>
                <a:effectLst/>
              </a:rPr>
              <a:t>Firmware flashing only in workshops → expensive downtime</a:t>
            </a:r>
          </a:p>
          <a:p>
            <a:pPr marL="800100" lvl="1" indent="-228600" algn="l" fontAlgn="base">
              <a:spcBef>
                <a:spcPct val="0"/>
              </a:spcBef>
              <a:spcAft>
                <a:spcPts val="600"/>
              </a:spcAft>
              <a:buFont typeface="Arial" panose="020B0604020202020204" pitchFamily="34" charset="0"/>
              <a:buChar char="•"/>
            </a:pPr>
            <a:r>
              <a:rPr kumimoji="0" lang="en-US" altLang="en-US" b="0" i="0" u="none" strike="noStrike" cap="none" normalizeH="0" baseline="0" dirty="0">
                <a:ln>
                  <a:noFill/>
                </a:ln>
                <a:effectLst/>
              </a:rPr>
              <a:t>Diagnostic tools are siloed and fragmented</a:t>
            </a:r>
          </a:p>
          <a:p>
            <a:pPr marL="800100" lvl="1" indent="-228600" algn="l" fontAlgn="base">
              <a:spcBef>
                <a:spcPct val="0"/>
              </a:spcBef>
              <a:spcAft>
                <a:spcPts val="600"/>
              </a:spcAft>
              <a:buFont typeface="Arial" panose="020B0604020202020204" pitchFamily="34" charset="0"/>
              <a:buChar char="•"/>
            </a:pPr>
            <a:r>
              <a:rPr kumimoji="0" lang="en-US" altLang="en-US" b="0" i="0" u="none" strike="noStrike" cap="none" normalizeH="0" baseline="0" dirty="0">
                <a:ln>
                  <a:noFill/>
                </a:ln>
                <a:effectLst/>
              </a:rPr>
              <a:t>Fault response is delayed due to manual processes</a:t>
            </a:r>
          </a:p>
          <a:p>
            <a:pPr marL="571500" lvl="1" algn="l" fontAlgn="base">
              <a:spcBef>
                <a:spcPct val="0"/>
              </a:spcBef>
              <a:spcAft>
                <a:spcPts val="600"/>
              </a:spcAft>
            </a:pPr>
            <a:endParaRPr kumimoji="0" lang="en-US" altLang="en-US" b="0" i="0" u="none" strike="noStrike" cap="none" normalizeH="0" baseline="0" dirty="0">
              <a:ln>
                <a:noFill/>
              </a:ln>
              <a:effectLst/>
            </a:endParaRPr>
          </a:p>
          <a:p>
            <a:pPr marL="0" marR="0" lvl="0" indent="-228600" algn="l" fontAlgn="base">
              <a:spcBef>
                <a:spcPct val="0"/>
              </a:spcBef>
              <a:spcAft>
                <a:spcPts val="600"/>
              </a:spcAft>
              <a:buClrTx/>
              <a:buSzTx/>
              <a:buFont typeface="Arial" panose="020B0604020202020204" pitchFamily="34" charset="0"/>
              <a:buChar char="•"/>
              <a:tabLst/>
            </a:pPr>
            <a:r>
              <a:rPr kumimoji="0" lang="en-US" altLang="en-US" sz="2000" b="1" i="0" u="none" strike="noStrike" cap="none" normalizeH="0" baseline="0" dirty="0">
                <a:ln>
                  <a:noFill/>
                </a:ln>
                <a:solidFill>
                  <a:srgbClr val="FF0000"/>
                </a:solidFill>
                <a:effectLst/>
              </a:rPr>
              <a:t>Resulting Consequences:</a:t>
            </a:r>
            <a:endParaRPr kumimoji="0" lang="en-US" altLang="en-US" sz="2000" b="0" i="0" u="none" strike="noStrike" cap="none" normalizeH="0" baseline="0" dirty="0">
              <a:ln>
                <a:noFill/>
              </a:ln>
              <a:solidFill>
                <a:srgbClr val="FF0000"/>
              </a:solidFill>
              <a:effectLst/>
            </a:endParaRPr>
          </a:p>
          <a:p>
            <a:pPr marL="800100" lvl="1" indent="-228600" algn="l" fontAlgn="base">
              <a:spcBef>
                <a:spcPct val="0"/>
              </a:spcBef>
              <a:spcAft>
                <a:spcPts val="600"/>
              </a:spcAft>
              <a:buFont typeface="Arial" panose="020B0604020202020204" pitchFamily="34" charset="0"/>
              <a:buChar char="•"/>
            </a:pPr>
            <a:r>
              <a:rPr kumimoji="0" lang="en-US" altLang="en-US" b="0" i="0" u="none" strike="noStrike" cap="none" normalizeH="0" baseline="0" dirty="0">
                <a:ln>
                  <a:noFill/>
                </a:ln>
                <a:effectLst/>
              </a:rPr>
              <a:t>Increased maintenance costs and vehicle out‐of‐service time</a:t>
            </a:r>
          </a:p>
          <a:p>
            <a:pPr marL="800100" lvl="1" indent="-228600" algn="l" fontAlgn="base">
              <a:spcBef>
                <a:spcPct val="0"/>
              </a:spcBef>
              <a:spcAft>
                <a:spcPts val="600"/>
              </a:spcAft>
              <a:buFont typeface="Arial" panose="020B0604020202020204" pitchFamily="34" charset="0"/>
              <a:buChar char="•"/>
            </a:pPr>
            <a:r>
              <a:rPr kumimoji="0" lang="en-US" altLang="en-US" b="0" i="0" u="none" strike="noStrike" cap="none" normalizeH="0" baseline="0" dirty="0">
                <a:ln>
                  <a:noFill/>
                </a:ln>
                <a:effectLst/>
              </a:rPr>
              <a:t>Inconsistent workflows across service centers</a:t>
            </a:r>
          </a:p>
          <a:p>
            <a:pPr marL="800100" lvl="1" indent="-228600" algn="l" fontAlgn="base">
              <a:spcBef>
                <a:spcPct val="0"/>
              </a:spcBef>
              <a:spcAft>
                <a:spcPts val="600"/>
              </a:spcAft>
              <a:buFont typeface="Arial" panose="020B0604020202020204" pitchFamily="34" charset="0"/>
              <a:buChar char="•"/>
            </a:pPr>
            <a:r>
              <a:rPr kumimoji="0" lang="en-US" altLang="en-US" b="0" i="0" u="none" strike="noStrike" cap="none" normalizeH="0" baseline="0" dirty="0">
                <a:ln>
                  <a:noFill/>
                </a:ln>
                <a:effectLst/>
              </a:rPr>
              <a:t>Poor real‑time visibility into vehicle health</a:t>
            </a:r>
            <a:endParaRPr lang="en-GB" b="1" dirty="0">
              <a:solidFill>
                <a:srgbClr val="FF0000"/>
              </a:solidFill>
            </a:endParaRPr>
          </a:p>
          <a:p>
            <a:pPr marL="457200" indent="-342900" algn="l" fontAlgn="base">
              <a:spcBef>
                <a:spcPct val="0"/>
              </a:spcBef>
              <a:spcAft>
                <a:spcPts val="600"/>
              </a:spcAft>
              <a:buFont typeface="Arial" panose="020B0604020202020204" pitchFamily="34" charset="0"/>
              <a:buChar char="•"/>
            </a:pPr>
            <a:endParaRPr kumimoji="0" lang="en-US" altLang="en-US" b="1" i="0" u="none" strike="noStrike" cap="none" normalizeH="0" baseline="0" dirty="0">
              <a:ln>
                <a:noFill/>
              </a:ln>
              <a:solidFill>
                <a:srgbClr val="FF0000"/>
              </a:solidFill>
              <a:effectLst/>
            </a:endParaRPr>
          </a:p>
          <a:p>
            <a:pPr marL="0" marR="0" lvl="0" indent="-228600" algn="l" fontAlgn="base">
              <a:spcBef>
                <a:spcPct val="0"/>
              </a:spcBef>
              <a:spcAft>
                <a:spcPts val="600"/>
              </a:spcAft>
              <a:buClrTx/>
              <a:buSzTx/>
              <a:buFont typeface="Arial" panose="020B0604020202020204" pitchFamily="34" charset="0"/>
              <a:buChar char="•"/>
              <a:tabLst/>
            </a:pPr>
            <a:endParaRPr kumimoji="0" lang="en-US" altLang="en-US" sz="1400" b="0" i="0" u="none" strike="noStrike" cap="none" normalizeH="0" baseline="0" dirty="0">
              <a:ln>
                <a:noFill/>
              </a:ln>
              <a:effectLst/>
            </a:endParaRPr>
          </a:p>
        </p:txBody>
      </p:sp>
      <p:cxnSp>
        <p:nvCxnSpPr>
          <p:cNvPr id="28" name="Straight Connector 27">
            <a:extLst>
              <a:ext uri="{FF2B5EF4-FFF2-40B4-BE49-F238E27FC236}">
                <a16:creationId xmlns:a16="http://schemas.microsoft.com/office/drawing/2014/main" id="{F085D7B9-E066-4923-8CB7-294BF306296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365990"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0D1937B-1153-481F-B585-996B948FDC8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18001"/>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88508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C6509C-FA16-A5CA-F920-40B602EA693D}"/>
              </a:ext>
            </a:extLst>
          </p:cNvPr>
          <p:cNvSpPr>
            <a:spLocks noGrp="1"/>
          </p:cNvSpPr>
          <p:nvPr>
            <p:ph type="title"/>
          </p:nvPr>
        </p:nvSpPr>
        <p:spPr>
          <a:xfrm>
            <a:off x="572493" y="238539"/>
            <a:ext cx="11018520" cy="1434415"/>
          </a:xfrm>
        </p:spPr>
        <p:txBody>
          <a:bodyPr anchor="b">
            <a:normAutofit/>
          </a:bodyPr>
          <a:lstStyle/>
          <a:p>
            <a:r>
              <a:rPr lang="en-GB" sz="4600" b="1" dirty="0">
                <a:solidFill>
                  <a:srgbClr val="002060"/>
                </a:solidFill>
              </a:rPr>
              <a:t>Problem Definition </a:t>
            </a:r>
            <a:br>
              <a:rPr lang="en-GB" sz="4600" b="1" dirty="0"/>
            </a:br>
            <a:endParaRPr lang="en-GB" sz="4600" dirty="0"/>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Beeyond: Firmware Over The Air: FOTA in Automotive Industry">
            <a:extLst>
              <a:ext uri="{FF2B5EF4-FFF2-40B4-BE49-F238E27FC236}">
                <a16:creationId xmlns:a16="http://schemas.microsoft.com/office/drawing/2014/main" id="{C4EA5D95-74EC-8C50-34D7-BA9DC8606B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8105"/>
          <a:stretch/>
        </p:blipFill>
        <p:spPr bwMode="auto">
          <a:xfrm>
            <a:off x="5788572" y="3652665"/>
            <a:ext cx="6397752" cy="376537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Content Placeholder 2">
            <a:extLst>
              <a:ext uri="{FF2B5EF4-FFF2-40B4-BE49-F238E27FC236}">
                <a16:creationId xmlns:a16="http://schemas.microsoft.com/office/drawing/2014/main" id="{E32DA988-D167-93E4-BE79-1E4C344C3FD3}"/>
              </a:ext>
            </a:extLst>
          </p:cNvPr>
          <p:cNvGraphicFramePr>
            <a:graphicFrameLocks noGrp="1"/>
          </p:cNvGraphicFramePr>
          <p:nvPr>
            <p:ph idx="1"/>
            <p:extLst>
              <p:ext uri="{D42A27DB-BD31-4B8C-83A1-F6EECF244321}">
                <p14:modId xmlns:p14="http://schemas.microsoft.com/office/powerpoint/2010/main" val="374911207"/>
              </p:ext>
            </p:extLst>
          </p:nvPr>
        </p:nvGraphicFramePr>
        <p:xfrm>
          <a:off x="228600" y="1447800"/>
          <a:ext cx="7467600" cy="47244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932644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descr="A close-up of a grid&#10;&#10;AI-generated content may be incorrect.">
            <a:extLst>
              <a:ext uri="{FF2B5EF4-FFF2-40B4-BE49-F238E27FC236}">
                <a16:creationId xmlns:a16="http://schemas.microsoft.com/office/drawing/2014/main" id="{4155A2AD-542B-BF32-68DC-27B229654B64}"/>
              </a:ext>
            </a:extLst>
          </p:cNvPr>
          <p:cNvPicPr>
            <a:picLocks noChangeAspect="1"/>
          </p:cNvPicPr>
          <p:nvPr/>
        </p:nvPicPr>
        <p:blipFill>
          <a:blip r:embed="rId2">
            <a:duotone>
              <a:schemeClr val="bg2">
                <a:shade val="45000"/>
                <a:satMod val="135000"/>
              </a:schemeClr>
              <a:prstClr val="white"/>
            </a:duotone>
          </a:blip>
          <a:srcRect t="8537"/>
          <a:stretch>
            <a:fillRect/>
          </a:stretch>
        </p:blipFill>
        <p:spPr>
          <a:xfrm>
            <a:off x="-27542" y="-228600"/>
            <a:ext cx="12191980" cy="6857990"/>
          </a:xfrm>
          <a:prstGeom prst="rect">
            <a:avLst/>
          </a:prstGeom>
        </p:spPr>
      </p:pic>
      <p:sp>
        <p:nvSpPr>
          <p:cNvPr id="11" name="Rectangle 1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6E3786-217C-4E70-EF57-85D1722538EC}"/>
              </a:ext>
            </a:extLst>
          </p:cNvPr>
          <p:cNvSpPr>
            <a:spLocks noGrp="1"/>
          </p:cNvSpPr>
          <p:nvPr>
            <p:ph type="title"/>
          </p:nvPr>
        </p:nvSpPr>
        <p:spPr>
          <a:xfrm>
            <a:off x="990600" y="-52871"/>
            <a:ext cx="10515600" cy="1325563"/>
          </a:xfrm>
        </p:spPr>
        <p:txBody>
          <a:bodyPr>
            <a:normAutofit/>
          </a:bodyPr>
          <a:lstStyle/>
          <a:p>
            <a:r>
              <a:rPr lang="en-US" b="1" dirty="0">
                <a:solidFill>
                  <a:srgbClr val="002060"/>
                </a:solidFill>
                <a:latin typeface="Arial" pitchFamily="34" charset="0"/>
                <a:ea typeface="Arial" pitchFamily="34" charset="-122"/>
                <a:cs typeface="Arial" pitchFamily="34" charset="-120"/>
              </a:rPr>
              <a:t>Objective</a:t>
            </a:r>
            <a:endParaRPr lang="en-GB" dirty="0">
              <a:solidFill>
                <a:srgbClr val="002060"/>
              </a:solidFill>
            </a:endParaRPr>
          </a:p>
        </p:txBody>
      </p:sp>
      <p:graphicFrame>
        <p:nvGraphicFramePr>
          <p:cNvPr id="10" name="Rectangle 1">
            <a:extLst>
              <a:ext uri="{FF2B5EF4-FFF2-40B4-BE49-F238E27FC236}">
                <a16:creationId xmlns:a16="http://schemas.microsoft.com/office/drawing/2014/main" id="{3F8EF7BA-2E49-C386-047A-3C7FD89B7D75}"/>
              </a:ext>
            </a:extLst>
          </p:cNvPr>
          <p:cNvGraphicFramePr>
            <a:graphicFrameLocks noGrp="1"/>
          </p:cNvGraphicFramePr>
          <p:nvPr>
            <p:ph idx="1"/>
            <p:extLst>
              <p:ext uri="{D42A27DB-BD31-4B8C-83A1-F6EECF244321}">
                <p14:modId xmlns:p14="http://schemas.microsoft.com/office/powerpoint/2010/main" val="1093023569"/>
              </p:ext>
            </p:extLst>
          </p:nvPr>
        </p:nvGraphicFramePr>
        <p:xfrm>
          <a:off x="838200" y="1143000"/>
          <a:ext cx="11353780" cy="5033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99703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763340-BDA7-F3AB-128C-6456758E943F}"/>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4800" b="1" kern="1200" dirty="0">
                <a:solidFill>
                  <a:srgbClr val="002060"/>
                </a:solidFill>
                <a:latin typeface="+mj-lt"/>
                <a:ea typeface="+mj-ea"/>
                <a:cs typeface="+mj-cs"/>
              </a:rPr>
              <a:t>System Overview</a:t>
            </a:r>
          </a:p>
        </p:txBody>
      </p:sp>
      <p:sp>
        <p:nvSpPr>
          <p:cNvPr id="33"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diagram of a computer system&#10;&#10;AI-generated content may be incorrect.">
            <a:extLst>
              <a:ext uri="{FF2B5EF4-FFF2-40B4-BE49-F238E27FC236}">
                <a16:creationId xmlns:a16="http://schemas.microsoft.com/office/drawing/2014/main" id="{84EDD1B1-D4CA-9E2F-67C9-92AC62A1C9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8594" y="1848596"/>
            <a:ext cx="10429006" cy="4980175"/>
          </a:xfrm>
          <a:prstGeom prst="rect">
            <a:avLst/>
          </a:prstGeom>
        </p:spPr>
      </p:pic>
    </p:spTree>
    <p:extLst>
      <p:ext uri="{BB962C8B-B14F-4D97-AF65-F5344CB8AC3E}">
        <p14:creationId xmlns:p14="http://schemas.microsoft.com/office/powerpoint/2010/main" val="294263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4" name="Rectangle 63">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177C67-8A97-F2EC-349B-1060DB8E8804}"/>
              </a:ext>
            </a:extLst>
          </p:cNvPr>
          <p:cNvSpPr>
            <a:spLocks noGrp="1"/>
          </p:cNvSpPr>
          <p:nvPr>
            <p:ph type="title"/>
          </p:nvPr>
        </p:nvSpPr>
        <p:spPr>
          <a:xfrm>
            <a:off x="1484692" y="484286"/>
            <a:ext cx="5323715" cy="849590"/>
          </a:xfrm>
        </p:spPr>
        <p:txBody>
          <a:bodyPr anchor="b">
            <a:normAutofit/>
          </a:bodyPr>
          <a:lstStyle/>
          <a:p>
            <a:r>
              <a:rPr lang="en-GB" sz="3600" b="1" dirty="0">
                <a:solidFill>
                  <a:srgbClr val="002060"/>
                </a:solidFill>
              </a:rPr>
              <a:t>Main ECU (STM32F103)</a:t>
            </a:r>
          </a:p>
        </p:txBody>
      </p:sp>
      <p:sp>
        <p:nvSpPr>
          <p:cNvPr id="66" name="Rectangle 65">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Rectangle 69">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Rectangle 71">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close-up of a blue circuit board&#10;&#10;AI-generated content may be incorrect.">
            <a:extLst>
              <a:ext uri="{FF2B5EF4-FFF2-40B4-BE49-F238E27FC236}">
                <a16:creationId xmlns:a16="http://schemas.microsoft.com/office/drawing/2014/main" id="{F1007919-FC65-2770-51AE-9988C16EDC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45451" y="909081"/>
            <a:ext cx="2231561" cy="5071731"/>
          </a:xfrm>
          <a:prstGeom prst="rect">
            <a:avLst/>
          </a:prstGeom>
        </p:spPr>
      </p:pic>
      <p:graphicFrame>
        <p:nvGraphicFramePr>
          <p:cNvPr id="17" name="Content Placeholder 2">
            <a:extLst>
              <a:ext uri="{FF2B5EF4-FFF2-40B4-BE49-F238E27FC236}">
                <a16:creationId xmlns:a16="http://schemas.microsoft.com/office/drawing/2014/main" id="{B586F110-1E1E-860F-7938-D7E0E7F71E9E}"/>
              </a:ext>
            </a:extLst>
          </p:cNvPr>
          <p:cNvGraphicFramePr>
            <a:graphicFrameLocks noGrp="1"/>
          </p:cNvGraphicFramePr>
          <p:nvPr>
            <p:ph idx="1"/>
            <p:extLst>
              <p:ext uri="{D42A27DB-BD31-4B8C-83A1-F6EECF244321}">
                <p14:modId xmlns:p14="http://schemas.microsoft.com/office/powerpoint/2010/main" val="2698224039"/>
              </p:ext>
            </p:extLst>
          </p:nvPr>
        </p:nvGraphicFramePr>
        <p:xfrm>
          <a:off x="234110" y="2217771"/>
          <a:ext cx="7772400" cy="46158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88277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83F559-6F2E-FAF8-0B0F-CEFB8A433B15}"/>
              </a:ext>
            </a:extLst>
          </p:cNvPr>
          <p:cNvSpPr>
            <a:spLocks noGrp="1"/>
          </p:cNvSpPr>
          <p:nvPr>
            <p:ph type="title"/>
          </p:nvPr>
        </p:nvSpPr>
        <p:spPr>
          <a:xfrm>
            <a:off x="304800" y="-76200"/>
            <a:ext cx="4608246" cy="1752600"/>
          </a:xfrm>
        </p:spPr>
        <p:txBody>
          <a:bodyPr vert="horz" lIns="91440" tIns="45720" rIns="91440" bIns="45720" rtlCol="0" anchor="ctr">
            <a:normAutofit/>
          </a:bodyPr>
          <a:lstStyle/>
          <a:p>
            <a:r>
              <a:rPr lang="en-US" sz="3600" b="1" kern="1200" dirty="0">
                <a:solidFill>
                  <a:srgbClr val="002060"/>
                </a:solidFill>
                <a:latin typeface="+mj-lt"/>
                <a:ea typeface="+mj-ea"/>
                <a:cs typeface="+mj-cs"/>
              </a:rPr>
              <a:t>Key </a:t>
            </a:r>
            <a:r>
              <a:rPr lang="en-US" sz="3600" b="1" kern="1200" dirty="0" err="1">
                <a:solidFill>
                  <a:srgbClr val="002060"/>
                </a:solidFill>
                <a:latin typeface="+mj-lt"/>
                <a:ea typeface="+mj-ea"/>
                <a:cs typeface="+mj-cs"/>
              </a:rPr>
              <a:t>FreeRTOS</a:t>
            </a:r>
            <a:r>
              <a:rPr lang="en-US" sz="3600" b="1" kern="1200" dirty="0">
                <a:solidFill>
                  <a:srgbClr val="002060"/>
                </a:solidFill>
                <a:latin typeface="+mj-lt"/>
                <a:ea typeface="+mj-ea"/>
                <a:cs typeface="+mj-cs"/>
              </a:rPr>
              <a:t> Tasks:</a:t>
            </a:r>
            <a:br>
              <a:rPr lang="en-US" sz="4000" b="1" kern="1200" dirty="0">
                <a:latin typeface="+mj-lt"/>
                <a:ea typeface="+mj-ea"/>
                <a:cs typeface="+mj-cs"/>
              </a:rPr>
            </a:br>
            <a:endParaRPr lang="en-US" sz="4000" b="1" kern="1200" dirty="0">
              <a:latin typeface="+mj-lt"/>
              <a:ea typeface="+mj-ea"/>
              <a:cs typeface="+mj-cs"/>
            </a:endParaRPr>
          </a:p>
        </p:txBody>
      </p:sp>
      <p:graphicFrame>
        <p:nvGraphicFramePr>
          <p:cNvPr id="7" name="TextBox 4">
            <a:extLst>
              <a:ext uri="{FF2B5EF4-FFF2-40B4-BE49-F238E27FC236}">
                <a16:creationId xmlns:a16="http://schemas.microsoft.com/office/drawing/2014/main" id="{7EC57479-0AEE-A491-E965-EE9F66F29E6D}"/>
              </a:ext>
            </a:extLst>
          </p:cNvPr>
          <p:cNvGraphicFramePr/>
          <p:nvPr>
            <p:extLst>
              <p:ext uri="{D42A27DB-BD31-4B8C-83A1-F6EECF244321}">
                <p14:modId xmlns:p14="http://schemas.microsoft.com/office/powerpoint/2010/main" val="3549515876"/>
              </p:ext>
            </p:extLst>
          </p:nvPr>
        </p:nvGraphicFramePr>
        <p:xfrm>
          <a:off x="1676400" y="914400"/>
          <a:ext cx="10210800" cy="613815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63653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0D1C5B3-B60D-4696-AE60-100D5EC8A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73EDDF53-0851-48D4-A466-6FE0DCE91E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2" cy="1576446"/>
            <a:chOff x="0" y="0"/>
            <a:chExt cx="12192002" cy="1576446"/>
          </a:xfrm>
        </p:grpSpPr>
        <p:sp>
          <p:nvSpPr>
            <p:cNvPr id="19" name="Rectangle 18">
              <a:extLst>
                <a:ext uri="{FF2B5EF4-FFF2-40B4-BE49-F238E27FC236}">
                  <a16:creationId xmlns:a16="http://schemas.microsoft.com/office/drawing/2014/main" id="{D074D04C-85E8-4A3E-90D7-86A10AE048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097020A-86B6-43BD-A2AA-66AE72CA31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20C6C743-32FE-4E24-AA22-45D3B1C7C0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50C0FCA-A7E6-C1B9-DFDC-2206FA4C559A}"/>
              </a:ext>
            </a:extLst>
          </p:cNvPr>
          <p:cNvSpPr>
            <a:spLocks noGrp="1"/>
          </p:cNvSpPr>
          <p:nvPr>
            <p:ph type="title"/>
          </p:nvPr>
        </p:nvSpPr>
        <p:spPr>
          <a:xfrm>
            <a:off x="1371600" y="407695"/>
            <a:ext cx="9724030" cy="834251"/>
          </a:xfrm>
        </p:spPr>
        <p:txBody>
          <a:bodyPr anchor="ctr">
            <a:normAutofit/>
          </a:bodyPr>
          <a:lstStyle/>
          <a:p>
            <a:r>
              <a:rPr lang="en-GB" sz="4000">
                <a:solidFill>
                  <a:srgbClr val="FFFFFF"/>
                </a:solidFill>
              </a:rPr>
              <a:t>Bootloader </a:t>
            </a:r>
          </a:p>
        </p:txBody>
      </p:sp>
      <p:pic>
        <p:nvPicPr>
          <p:cNvPr id="7" name="Picture 6" descr="A black arrow pointing to the right&#10;&#10;AI-generated content may be incorrect.">
            <a:extLst>
              <a:ext uri="{FF2B5EF4-FFF2-40B4-BE49-F238E27FC236}">
                <a16:creationId xmlns:a16="http://schemas.microsoft.com/office/drawing/2014/main" id="{8710CC54-85CC-FAA3-5804-6EC58A59FF03}"/>
              </a:ext>
            </a:extLst>
          </p:cNvPr>
          <p:cNvPicPr>
            <a:picLocks noChangeAspect="1"/>
          </p:cNvPicPr>
          <p:nvPr/>
        </p:nvPicPr>
        <p:blipFill>
          <a:blip r:embed="rId2"/>
          <a:srcRect l="170" t="1754" r="-170" b="3589"/>
          <a:stretch>
            <a:fillRect/>
          </a:stretch>
        </p:blipFill>
        <p:spPr>
          <a:xfrm>
            <a:off x="4191000" y="3855038"/>
            <a:ext cx="7165108" cy="2221183"/>
          </a:xfrm>
          <a:prstGeom prst="rect">
            <a:avLst/>
          </a:prstGeom>
        </p:spPr>
      </p:pic>
      <p:pic>
        <p:nvPicPr>
          <p:cNvPr id="5" name="Content Placeholder 4" descr="A screenshot of a phone&#10;&#10;AI-generated content may be incorrect.">
            <a:extLst>
              <a:ext uri="{FF2B5EF4-FFF2-40B4-BE49-F238E27FC236}">
                <a16:creationId xmlns:a16="http://schemas.microsoft.com/office/drawing/2014/main" id="{DDEE2954-C558-44AA-99C0-E0E5394484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2263509"/>
            <a:ext cx="2895600" cy="4196524"/>
          </a:xfrm>
          <a:prstGeom prst="rect">
            <a:avLst/>
          </a:prstGeom>
        </p:spPr>
      </p:pic>
      <p:pic>
        <p:nvPicPr>
          <p:cNvPr id="9" name="Picture 8" descr="A white screen with blue text&#10;&#10;AI-generated content may be incorrect.">
            <a:extLst>
              <a:ext uri="{FF2B5EF4-FFF2-40B4-BE49-F238E27FC236}">
                <a16:creationId xmlns:a16="http://schemas.microsoft.com/office/drawing/2014/main" id="{E1645DF5-F37E-FA00-4EE3-6F884A29B120}"/>
              </a:ext>
            </a:extLst>
          </p:cNvPr>
          <p:cNvPicPr>
            <a:picLocks noChangeAspect="1"/>
          </p:cNvPicPr>
          <p:nvPr/>
        </p:nvPicPr>
        <p:blipFill>
          <a:blip r:embed="rId4"/>
          <a:stretch>
            <a:fillRect/>
          </a:stretch>
        </p:blipFill>
        <p:spPr>
          <a:xfrm>
            <a:off x="4191000" y="2057400"/>
            <a:ext cx="5907256" cy="1576448"/>
          </a:xfrm>
          <a:prstGeom prst="rect">
            <a:avLst/>
          </a:prstGeom>
        </p:spPr>
      </p:pic>
    </p:spTree>
    <p:extLst>
      <p:ext uri="{BB962C8B-B14F-4D97-AF65-F5344CB8AC3E}">
        <p14:creationId xmlns:p14="http://schemas.microsoft.com/office/powerpoint/2010/main" val="1289392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3" name="Rectangle 32">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Rectangle 37">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A20749-D630-0A8A-2E18-823F59747B77}"/>
              </a:ext>
            </a:extLst>
          </p:cNvPr>
          <p:cNvSpPr>
            <a:spLocks noGrp="1"/>
          </p:cNvSpPr>
          <p:nvPr>
            <p:ph type="title"/>
          </p:nvPr>
        </p:nvSpPr>
        <p:spPr>
          <a:xfrm>
            <a:off x="228600" y="343190"/>
            <a:ext cx="3201366" cy="3387497"/>
          </a:xfrm>
        </p:spPr>
        <p:txBody>
          <a:bodyPr anchor="b">
            <a:normAutofit/>
          </a:bodyPr>
          <a:lstStyle/>
          <a:p>
            <a:pPr algn="ctr"/>
            <a:r>
              <a:rPr lang="en-GB" sz="3600" b="1" dirty="0">
                <a:solidFill>
                  <a:srgbClr val="FFFFFF"/>
                </a:solidFill>
              </a:rPr>
              <a:t>App ECU (STM32F103)</a:t>
            </a:r>
          </a:p>
        </p:txBody>
      </p:sp>
      <p:graphicFrame>
        <p:nvGraphicFramePr>
          <p:cNvPr id="39" name="Content Placeholder 2">
            <a:extLst>
              <a:ext uri="{FF2B5EF4-FFF2-40B4-BE49-F238E27FC236}">
                <a16:creationId xmlns:a16="http://schemas.microsoft.com/office/drawing/2014/main" id="{8509AC42-245E-2869-7F53-00397B285960}"/>
              </a:ext>
            </a:extLst>
          </p:cNvPr>
          <p:cNvGraphicFramePr>
            <a:graphicFrameLocks noGrp="1"/>
          </p:cNvGraphicFramePr>
          <p:nvPr>
            <p:ph idx="1"/>
            <p:extLst>
              <p:ext uri="{D42A27DB-BD31-4B8C-83A1-F6EECF244321}">
                <p14:modId xmlns:p14="http://schemas.microsoft.com/office/powerpoint/2010/main" val="2562183210"/>
              </p:ext>
            </p:extLst>
          </p:nvPr>
        </p:nvGraphicFramePr>
        <p:xfrm>
          <a:off x="4037826" y="142259"/>
          <a:ext cx="8458974" cy="6857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ectangle 4">
            <a:extLst>
              <a:ext uri="{FF2B5EF4-FFF2-40B4-BE49-F238E27FC236}">
                <a16:creationId xmlns:a16="http://schemas.microsoft.com/office/drawing/2014/main" id="{D1A5BFF0-B8FE-0DD6-FF8E-E5229E4D707C}"/>
              </a:ext>
            </a:extLst>
          </p:cNvPr>
          <p:cNvSpPr>
            <a:spLocks noChangeArrowheads="1"/>
          </p:cNvSpPr>
          <p:nvPr/>
        </p:nvSpPr>
        <p:spPr bwMode="auto">
          <a:xfrm>
            <a:off x="-1295400" y="3296691"/>
            <a:ext cx="13182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190291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01A22726-DA03-BCB0-F12E-98258FB7E5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26636A-43B6-764F-3C4A-0BA84FDE1226}"/>
              </a:ext>
            </a:extLst>
          </p:cNvPr>
          <p:cNvSpPr>
            <a:spLocks noGrp="1"/>
          </p:cNvSpPr>
          <p:nvPr>
            <p:ph type="title"/>
          </p:nvPr>
        </p:nvSpPr>
        <p:spPr>
          <a:xfrm>
            <a:off x="304800" y="487106"/>
            <a:ext cx="9160475" cy="1132258"/>
          </a:xfrm>
        </p:spPr>
        <p:txBody>
          <a:bodyPr anchor="ctr">
            <a:normAutofit/>
          </a:bodyPr>
          <a:lstStyle/>
          <a:p>
            <a:pPr algn="ctr"/>
            <a:r>
              <a:rPr lang="en-GB" b="1" dirty="0">
                <a:solidFill>
                  <a:srgbClr val="002060"/>
                </a:solidFill>
              </a:rPr>
              <a:t>Raspberry Pi </a:t>
            </a:r>
          </a:p>
        </p:txBody>
      </p:sp>
      <p:pic>
        <p:nvPicPr>
          <p:cNvPr id="7" name="Picture 6">
            <a:extLst>
              <a:ext uri="{FF2B5EF4-FFF2-40B4-BE49-F238E27FC236}">
                <a16:creationId xmlns:a16="http://schemas.microsoft.com/office/drawing/2014/main" id="{B460163F-4ACD-14FE-9053-05D493F25A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34400" y="152400"/>
            <a:ext cx="3597875" cy="2060383"/>
          </a:xfrm>
          <a:prstGeom prst="rect">
            <a:avLst/>
          </a:prstGeom>
        </p:spPr>
      </p:pic>
      <p:graphicFrame>
        <p:nvGraphicFramePr>
          <p:cNvPr id="6" name="Rectangle 1">
            <a:extLst>
              <a:ext uri="{FF2B5EF4-FFF2-40B4-BE49-F238E27FC236}">
                <a16:creationId xmlns:a16="http://schemas.microsoft.com/office/drawing/2014/main" id="{FB8DE9A2-6F05-120B-3E1B-2D920262E8F4}"/>
              </a:ext>
            </a:extLst>
          </p:cNvPr>
          <p:cNvGraphicFramePr>
            <a:graphicFrameLocks noGrp="1"/>
          </p:cNvGraphicFramePr>
          <p:nvPr>
            <p:ph idx="1"/>
            <p:extLst>
              <p:ext uri="{D42A27DB-BD31-4B8C-83A1-F6EECF244321}">
                <p14:modId xmlns:p14="http://schemas.microsoft.com/office/powerpoint/2010/main" val="3452328023"/>
              </p:ext>
            </p:extLst>
          </p:nvPr>
        </p:nvGraphicFramePr>
        <p:xfrm>
          <a:off x="930876" y="2037806"/>
          <a:ext cx="10335350" cy="40664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00263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752BBBE-5F6F-043B-9777-76787413A5BF}"/>
              </a:ext>
            </a:extLst>
          </p:cNvPr>
          <p:cNvSpPr>
            <a:spLocks noGrp="1"/>
          </p:cNvSpPr>
          <p:nvPr>
            <p:ph type="title"/>
          </p:nvPr>
        </p:nvSpPr>
        <p:spPr>
          <a:xfrm>
            <a:off x="2819400" y="348865"/>
            <a:ext cx="8596220" cy="877729"/>
          </a:xfrm>
        </p:spPr>
        <p:txBody>
          <a:bodyPr anchor="ctr">
            <a:normAutofit/>
          </a:bodyPr>
          <a:lstStyle/>
          <a:p>
            <a:r>
              <a:rPr lang="en-GB" sz="4000" dirty="0">
                <a:solidFill>
                  <a:srgbClr val="FFFFFF"/>
                </a:solidFill>
              </a:rPr>
              <a:t>Core Components &amp; Services</a:t>
            </a:r>
          </a:p>
        </p:txBody>
      </p:sp>
      <p:graphicFrame>
        <p:nvGraphicFramePr>
          <p:cNvPr id="14" name="Rectangle 1">
            <a:extLst>
              <a:ext uri="{FF2B5EF4-FFF2-40B4-BE49-F238E27FC236}">
                <a16:creationId xmlns:a16="http://schemas.microsoft.com/office/drawing/2014/main" id="{87D02276-E145-AE36-C810-8DD21D3651CC}"/>
              </a:ext>
            </a:extLst>
          </p:cNvPr>
          <p:cNvGraphicFramePr>
            <a:graphicFrameLocks noGrp="1"/>
          </p:cNvGraphicFramePr>
          <p:nvPr>
            <p:ph idx="1"/>
            <p:extLst>
              <p:ext uri="{D42A27DB-BD31-4B8C-83A1-F6EECF244321}">
                <p14:modId xmlns:p14="http://schemas.microsoft.com/office/powerpoint/2010/main" val="3809748611"/>
              </p:ext>
            </p:extLst>
          </p:nvPr>
        </p:nvGraphicFramePr>
        <p:xfrm>
          <a:off x="76199" y="1371600"/>
          <a:ext cx="12039602" cy="52657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191782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89FCD2D-12F2-F1EC-551B-47A5A7A7D684}"/>
              </a:ext>
            </a:extLst>
          </p:cNvPr>
          <p:cNvSpPr>
            <a:spLocks noGrp="1"/>
          </p:cNvSpPr>
          <p:nvPr>
            <p:ph type="title"/>
          </p:nvPr>
        </p:nvSpPr>
        <p:spPr>
          <a:xfrm>
            <a:off x="1137034" y="609597"/>
            <a:ext cx="9392421" cy="1330841"/>
          </a:xfrm>
        </p:spPr>
        <p:txBody>
          <a:bodyPr>
            <a:normAutofit/>
          </a:bodyPr>
          <a:lstStyle/>
          <a:p>
            <a:r>
              <a:rPr lang="en-GB" dirty="0">
                <a:solidFill>
                  <a:srgbClr val="002060"/>
                </a:solidFill>
              </a:rPr>
              <a:t>CAN Network Integration</a:t>
            </a:r>
          </a:p>
        </p:txBody>
      </p:sp>
      <p:sp>
        <p:nvSpPr>
          <p:cNvPr id="4" name="Rectangle 1">
            <a:extLst>
              <a:ext uri="{FF2B5EF4-FFF2-40B4-BE49-F238E27FC236}">
                <a16:creationId xmlns:a16="http://schemas.microsoft.com/office/drawing/2014/main" id="{CE9FF251-FE07-AFCF-4998-8305D7E2445B}"/>
              </a:ext>
            </a:extLst>
          </p:cNvPr>
          <p:cNvSpPr>
            <a:spLocks noGrp="1" noChangeArrowheads="1"/>
          </p:cNvSpPr>
          <p:nvPr>
            <p:ph idx="1"/>
          </p:nvPr>
        </p:nvSpPr>
        <p:spPr bwMode="auto">
          <a:xfrm>
            <a:off x="0" y="2919809"/>
            <a:ext cx="7086600" cy="319632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eaLnBrk="0" fontAlgn="base" hangingPunct="0">
              <a:spcBef>
                <a:spcPct val="0"/>
              </a:spcBef>
              <a:spcAft>
                <a:spcPts val="600"/>
              </a:spcAft>
            </a:pPr>
            <a:r>
              <a:rPr kumimoji="0" lang="en-US" altLang="en-US" sz="2400" b="0" i="0" u="none" strike="noStrike" cap="none" normalizeH="0" baseline="0" dirty="0">
                <a:ln>
                  <a:noFill/>
                </a:ln>
                <a:effectLst/>
                <a:latin typeface="Arial" panose="020B0604020202020204" pitchFamily="34" charset="0"/>
              </a:rPr>
              <a:t>All components (Raspberry Pi, Main ECU, App ECU) communicate over a </a:t>
            </a:r>
            <a:r>
              <a:rPr kumimoji="0" lang="en-US" altLang="en-US" sz="2400" b="1" i="0" u="none" strike="noStrike" cap="none" normalizeH="0" baseline="0" dirty="0">
                <a:ln>
                  <a:noFill/>
                </a:ln>
                <a:effectLst/>
                <a:latin typeface="Arial" panose="020B0604020202020204" pitchFamily="34" charset="0"/>
              </a:rPr>
              <a:t>shared CAN Bus</a:t>
            </a:r>
            <a:r>
              <a:rPr kumimoji="0" lang="en-US" altLang="en-US" sz="2400" b="0" i="0" u="none" strike="noStrike" cap="none" normalizeH="0" baseline="0" dirty="0">
                <a:ln>
                  <a:noFill/>
                </a:ln>
                <a:effectLst/>
                <a:latin typeface="Arial" panose="020B0604020202020204" pitchFamily="34" charset="0"/>
              </a:rPr>
              <a:t> operating at </a:t>
            </a:r>
            <a:r>
              <a:rPr kumimoji="0" lang="en-US" altLang="en-US" sz="2400" b="1" i="0" u="none" strike="noStrike" cap="none" normalizeH="0" baseline="0" dirty="0">
                <a:ln>
                  <a:noFill/>
                </a:ln>
                <a:effectLst/>
                <a:latin typeface="Arial" panose="020B0604020202020204" pitchFamily="34" charset="0"/>
              </a:rPr>
              <a:t>500 kbps</a:t>
            </a:r>
            <a:r>
              <a:rPr kumimoji="0" lang="en-US" altLang="en-US" sz="2400" b="0" i="0" u="none" strike="noStrike" cap="none" normalizeH="0" baseline="0" dirty="0">
                <a:ln>
                  <a:noFill/>
                </a:ln>
                <a:effectLst/>
                <a:latin typeface="Arial" panose="020B0604020202020204" pitchFamily="34" charset="0"/>
              </a:rPr>
              <a:t>.</a:t>
            </a:r>
          </a:p>
          <a:p>
            <a:pPr eaLnBrk="0" fontAlgn="base" hangingPunct="0">
              <a:spcBef>
                <a:spcPct val="0"/>
              </a:spcBef>
              <a:spcAft>
                <a:spcPts val="600"/>
              </a:spcAft>
            </a:pPr>
            <a:endParaRPr kumimoji="0" lang="en-US" altLang="en-US" sz="2400" b="0" i="0" u="none" strike="noStrike" cap="none" normalizeH="0" baseline="0" dirty="0">
              <a:ln>
                <a:noFill/>
              </a:ln>
              <a:effectLst/>
              <a:latin typeface="Arial" panose="020B0604020202020204" pitchFamily="34" charset="0"/>
            </a:endParaRPr>
          </a:p>
          <a:p>
            <a:pPr eaLnBrk="0" fontAlgn="base" hangingPunct="0">
              <a:spcBef>
                <a:spcPct val="0"/>
              </a:spcBef>
              <a:spcAft>
                <a:spcPts val="600"/>
              </a:spcAft>
            </a:pPr>
            <a:r>
              <a:rPr kumimoji="0" lang="en-US" altLang="en-US" sz="2400" b="0" i="0" u="none" strike="noStrike" cap="none" normalizeH="0" baseline="0" dirty="0">
                <a:ln>
                  <a:noFill/>
                </a:ln>
                <a:effectLst/>
                <a:latin typeface="Arial" panose="020B0604020202020204" pitchFamily="34" charset="0"/>
              </a:rPr>
              <a:t>CAN ensures robust, real-time communication for control, diagnostics, and firmware updates.</a:t>
            </a:r>
          </a:p>
        </p:txBody>
      </p:sp>
      <p:pic>
        <p:nvPicPr>
          <p:cNvPr id="5" name="Picture 4" descr="A diagram of a computer system&#10;&#10;AI-generated content may be incorrect.">
            <a:extLst>
              <a:ext uri="{FF2B5EF4-FFF2-40B4-BE49-F238E27FC236}">
                <a16:creationId xmlns:a16="http://schemas.microsoft.com/office/drawing/2014/main" id="{70E96E80-676F-8DEB-604E-EF7FD33AE9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7086600" y="2550035"/>
            <a:ext cx="4788505" cy="3196326"/>
          </a:xfrm>
          <a:prstGeom prst="rect">
            <a:avLst/>
          </a:prstGeom>
          <a:noFill/>
        </p:spPr>
      </p:pic>
      <p:sp>
        <p:nvSpPr>
          <p:cNvPr id="25" name="Freeform: Shape 24">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401278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3DA74-06EA-4635-61D4-3332A06618C4}"/>
              </a:ext>
            </a:extLst>
          </p:cNvPr>
          <p:cNvSpPr>
            <a:spLocks noGrp="1"/>
          </p:cNvSpPr>
          <p:nvPr>
            <p:ph type="title"/>
          </p:nvPr>
        </p:nvSpPr>
        <p:spPr>
          <a:xfrm>
            <a:off x="614464" y="98898"/>
            <a:ext cx="10515600" cy="838199"/>
          </a:xfrm>
        </p:spPr>
        <p:txBody>
          <a:bodyPr>
            <a:normAutofit/>
          </a:bodyPr>
          <a:lstStyle/>
          <a:p>
            <a:r>
              <a:rPr lang="en-GB" sz="3800" dirty="0">
                <a:solidFill>
                  <a:srgbClr val="002060"/>
                </a:solidFill>
              </a:rPr>
              <a:t>Why CAN ?</a:t>
            </a:r>
          </a:p>
        </p:txBody>
      </p:sp>
      <p:graphicFrame>
        <p:nvGraphicFramePr>
          <p:cNvPr id="17" name="Content Placeholder 2">
            <a:extLst>
              <a:ext uri="{FF2B5EF4-FFF2-40B4-BE49-F238E27FC236}">
                <a16:creationId xmlns:a16="http://schemas.microsoft.com/office/drawing/2014/main" id="{BF6A208C-DA3F-3C3C-5D4E-9940A4BB470A}"/>
              </a:ext>
            </a:extLst>
          </p:cNvPr>
          <p:cNvGraphicFramePr>
            <a:graphicFrameLocks noGrp="1"/>
          </p:cNvGraphicFramePr>
          <p:nvPr>
            <p:ph idx="1"/>
            <p:extLst>
              <p:ext uri="{D42A27DB-BD31-4B8C-83A1-F6EECF244321}">
                <p14:modId xmlns:p14="http://schemas.microsoft.com/office/powerpoint/2010/main" val="14782092"/>
              </p:ext>
            </p:extLst>
          </p:nvPr>
        </p:nvGraphicFramePr>
        <p:xfrm>
          <a:off x="609600" y="1066800"/>
          <a:ext cx="11353800" cy="5791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78461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Slide Background">
            <a:extLst>
              <a:ext uri="{FF2B5EF4-FFF2-40B4-BE49-F238E27FC236}">
                <a16:creationId xmlns:a16="http://schemas.microsoft.com/office/drawing/2014/main" id="{5F637E18-EF26-4327-9077-7FFC67B98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3EED6667-6BE8-A2AB-422A-5A1D89727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1" cy="1696413"/>
          </a:xfrm>
          <a:prstGeom prst="rect">
            <a:avLst/>
          </a:prstGeom>
          <a:ln>
            <a:noFill/>
          </a:ln>
          <a:effectLst>
            <a:outerShdw blurRad="304800" dist="114300" dir="5460000" sx="92000" sy="92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A6DA87-7B00-50BD-D5C5-02DA7B3F0F81}"/>
              </a:ext>
            </a:extLst>
          </p:cNvPr>
          <p:cNvSpPr>
            <a:spLocks noGrp="1"/>
          </p:cNvSpPr>
          <p:nvPr>
            <p:ph type="title"/>
          </p:nvPr>
        </p:nvSpPr>
        <p:spPr>
          <a:xfrm>
            <a:off x="589558" y="244742"/>
            <a:ext cx="8097242" cy="1235225"/>
          </a:xfrm>
        </p:spPr>
        <p:txBody>
          <a:bodyPr vert="horz" lIns="91440" tIns="45720" rIns="91440" bIns="45720" rtlCol="0" anchor="ctr">
            <a:normAutofit/>
          </a:bodyPr>
          <a:lstStyle/>
          <a:p>
            <a:r>
              <a:rPr lang="en-US" sz="3800" b="1" kern="1200" dirty="0">
                <a:solidFill>
                  <a:srgbClr val="002060"/>
                </a:solidFill>
                <a:latin typeface="+mj-lt"/>
                <a:ea typeface="+mj-ea"/>
                <a:cs typeface="+mj-cs"/>
              </a:rPr>
              <a:t>Over-The-Air (OTA) Firmware Updates</a:t>
            </a:r>
            <a:endParaRPr lang="en-US" sz="3800" kern="1200" dirty="0">
              <a:solidFill>
                <a:srgbClr val="002060"/>
              </a:solidFill>
              <a:latin typeface="+mj-lt"/>
              <a:ea typeface="+mj-ea"/>
              <a:cs typeface="+mj-cs"/>
            </a:endParaRPr>
          </a:p>
        </p:txBody>
      </p:sp>
      <p:pic>
        <p:nvPicPr>
          <p:cNvPr id="4" name="Content Placeholder 3" descr="A blue text with blue text&#10;&#10;AI-generated content may be incorrect.">
            <a:extLst>
              <a:ext uri="{FF2B5EF4-FFF2-40B4-BE49-F238E27FC236}">
                <a16:creationId xmlns:a16="http://schemas.microsoft.com/office/drawing/2014/main" id="{95B7212F-094B-87C4-FCC5-43FCEBCF305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3960" r="-5" b="5772"/>
          <a:stretch>
            <a:fillRect/>
          </a:stretch>
        </p:blipFill>
        <p:spPr>
          <a:xfrm>
            <a:off x="437074" y="2971800"/>
            <a:ext cx="11317851" cy="2363336"/>
          </a:xfrm>
          <a:prstGeom prst="rect">
            <a:avLst/>
          </a:prstGeom>
          <a:effectLst/>
        </p:spPr>
      </p:pic>
    </p:spTree>
    <p:extLst>
      <p:ext uri="{BB962C8B-B14F-4D97-AF65-F5344CB8AC3E}">
        <p14:creationId xmlns:p14="http://schemas.microsoft.com/office/powerpoint/2010/main" val="33697079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5" name="Rectangle 64">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E2678F-A602-360B-06FC-F56FE875CCED}"/>
              </a:ext>
            </a:extLst>
          </p:cNvPr>
          <p:cNvSpPr>
            <a:spLocks noGrp="1"/>
          </p:cNvSpPr>
          <p:nvPr>
            <p:ph type="title"/>
          </p:nvPr>
        </p:nvSpPr>
        <p:spPr>
          <a:xfrm>
            <a:off x="838200" y="365125"/>
            <a:ext cx="10515600" cy="1325563"/>
          </a:xfrm>
        </p:spPr>
        <p:txBody>
          <a:bodyPr>
            <a:normAutofit/>
          </a:bodyPr>
          <a:lstStyle/>
          <a:p>
            <a:r>
              <a:rPr kumimoji="0" lang="en-US" altLang="en-US" sz="5400" b="1" i="0" u="none" strike="noStrike" cap="none" normalizeH="0" baseline="0" dirty="0">
                <a:ln>
                  <a:noFill/>
                </a:ln>
                <a:effectLst/>
                <a:latin typeface="Arial" panose="020B0604020202020204" pitchFamily="34" charset="0"/>
              </a:rPr>
              <a:t>Workflow Overview</a:t>
            </a:r>
            <a:endParaRPr lang="en-GB" sz="5400" b="1" dirty="0"/>
          </a:p>
        </p:txBody>
      </p:sp>
      <p:sp>
        <p:nvSpPr>
          <p:cNvPr id="67"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1" name="Rectangle 1">
            <a:extLst>
              <a:ext uri="{FF2B5EF4-FFF2-40B4-BE49-F238E27FC236}">
                <a16:creationId xmlns:a16="http://schemas.microsoft.com/office/drawing/2014/main" id="{94DB88A2-515C-4992-6440-47C566E8EC79}"/>
              </a:ext>
            </a:extLst>
          </p:cNvPr>
          <p:cNvGraphicFramePr>
            <a:graphicFrameLocks noGrp="1"/>
          </p:cNvGraphicFramePr>
          <p:nvPr>
            <p:ph idx="1"/>
            <p:extLst>
              <p:ext uri="{D42A27DB-BD31-4B8C-83A1-F6EECF244321}">
                <p14:modId xmlns:p14="http://schemas.microsoft.com/office/powerpoint/2010/main" val="132548391"/>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52325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D97E43-BB6E-2657-BECE-51BAB192837B}"/>
              </a:ext>
            </a:extLst>
          </p:cNvPr>
          <p:cNvSpPr>
            <a:spLocks noGrp="1"/>
          </p:cNvSpPr>
          <p:nvPr>
            <p:ph type="title"/>
          </p:nvPr>
        </p:nvSpPr>
        <p:spPr>
          <a:xfrm>
            <a:off x="793662" y="386930"/>
            <a:ext cx="10066122" cy="1298448"/>
          </a:xfrm>
        </p:spPr>
        <p:txBody>
          <a:bodyPr anchor="b">
            <a:normAutofit/>
          </a:bodyPr>
          <a:lstStyle/>
          <a:p>
            <a:r>
              <a:rPr lang="en-GB" sz="4000" b="1" dirty="0">
                <a:solidFill>
                  <a:srgbClr val="002060"/>
                </a:solidFill>
              </a:rPr>
              <a:t>UDS Diagnostics</a:t>
            </a:r>
            <a:br>
              <a:rPr lang="en-GB" sz="4100" b="1" dirty="0"/>
            </a:br>
            <a:endParaRPr lang="en-GB" sz="4100" dirty="0"/>
          </a:p>
        </p:txBody>
      </p:sp>
      <p:sp>
        <p:nvSpPr>
          <p:cNvPr id="27" name="Rectangle 26">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757EED0-A647-E4B7-579B-6989573836A5}"/>
              </a:ext>
            </a:extLst>
          </p:cNvPr>
          <p:cNvSpPr>
            <a:spLocks noGrp="1"/>
          </p:cNvSpPr>
          <p:nvPr>
            <p:ph idx="1"/>
          </p:nvPr>
        </p:nvSpPr>
        <p:spPr>
          <a:xfrm>
            <a:off x="88106" y="2806082"/>
            <a:ext cx="5823426" cy="3639450"/>
          </a:xfrm>
        </p:spPr>
        <p:txBody>
          <a:bodyPr anchor="ctr">
            <a:normAutofit/>
          </a:bodyPr>
          <a:lstStyle/>
          <a:p>
            <a:pPr marL="0" indent="0">
              <a:buNone/>
            </a:pPr>
            <a:r>
              <a:rPr lang="en-GB" sz="2200" dirty="0"/>
              <a:t>Unified Diagnostic Service (UDS) according to the ISO 14229 standard is a protocol used by diagnostic systems to communicate with ECUs in vehicles. The protocol is used to diagnose errors and reprogram ECUs. For example, it is possible to read and delete the fault memory of an ECU or to flash a new firmware on the ECU.</a:t>
            </a:r>
          </a:p>
          <a:p>
            <a:endParaRPr lang="en-GB" sz="2000" dirty="0"/>
          </a:p>
        </p:txBody>
      </p:sp>
      <p:pic>
        <p:nvPicPr>
          <p:cNvPr id="5" name="Picture 4" descr="A car diagnostics with a diagnostic tool&#10;&#10;AI-generated content may be incorrect.">
            <a:extLst>
              <a:ext uri="{FF2B5EF4-FFF2-40B4-BE49-F238E27FC236}">
                <a16:creationId xmlns:a16="http://schemas.microsoft.com/office/drawing/2014/main" id="{55EE9059-B3A5-1504-C1C6-06BCBC311916}"/>
              </a:ext>
            </a:extLst>
          </p:cNvPr>
          <p:cNvPicPr>
            <a:picLocks noChangeAspect="1"/>
          </p:cNvPicPr>
          <p:nvPr/>
        </p:nvPicPr>
        <p:blipFill>
          <a:blip r:embed="rId2">
            <a:extLst>
              <a:ext uri="{28A0092B-C50C-407E-A947-70E740481C1C}">
                <a14:useLocalDpi xmlns:a14="http://schemas.microsoft.com/office/drawing/2010/main" val="0"/>
              </a:ext>
            </a:extLst>
          </a:blip>
          <a:srcRect t="9853" r="2" b="2"/>
          <a:stretch>
            <a:fillRect/>
          </a:stretch>
        </p:blipFill>
        <p:spPr>
          <a:xfrm>
            <a:off x="5911532" y="2599509"/>
            <a:ext cx="5150277" cy="3714244"/>
          </a:xfrm>
          <a:prstGeom prst="rect">
            <a:avLst/>
          </a:prstGeom>
        </p:spPr>
      </p:pic>
      <p:sp>
        <p:nvSpPr>
          <p:cNvPr id="29" name="Rectangle 28">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55007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C9E0F45-1102-F660-743A-D3FB0D3256C2}"/>
              </a:ext>
            </a:extLst>
          </p:cNvPr>
          <p:cNvSpPr>
            <a:spLocks noGrp="1"/>
          </p:cNvSpPr>
          <p:nvPr>
            <p:ph type="title"/>
          </p:nvPr>
        </p:nvSpPr>
        <p:spPr>
          <a:xfrm>
            <a:off x="1383564" y="348865"/>
            <a:ext cx="9718111" cy="1576446"/>
          </a:xfrm>
        </p:spPr>
        <p:txBody>
          <a:bodyPr anchor="ctr">
            <a:normAutofit/>
          </a:bodyPr>
          <a:lstStyle/>
          <a:p>
            <a:r>
              <a:rPr lang="en-GB" sz="4000">
                <a:solidFill>
                  <a:srgbClr val="FFFFFF"/>
                </a:solidFill>
              </a:rPr>
              <a:t>Why Vehicle Diagnostics Matter</a:t>
            </a:r>
          </a:p>
        </p:txBody>
      </p:sp>
      <p:graphicFrame>
        <p:nvGraphicFramePr>
          <p:cNvPr id="20" name="Rectangle 1">
            <a:extLst>
              <a:ext uri="{FF2B5EF4-FFF2-40B4-BE49-F238E27FC236}">
                <a16:creationId xmlns:a16="http://schemas.microsoft.com/office/drawing/2014/main" id="{BD8CCFCB-89DB-7DAA-F292-EAF8DB7A3C33}"/>
              </a:ext>
            </a:extLst>
          </p:cNvPr>
          <p:cNvGraphicFramePr>
            <a:graphicFrameLocks noGrp="1"/>
          </p:cNvGraphicFramePr>
          <p:nvPr>
            <p:ph idx="1"/>
            <p:extLst>
              <p:ext uri="{D42A27DB-BD31-4B8C-83A1-F6EECF244321}">
                <p14:modId xmlns:p14="http://schemas.microsoft.com/office/powerpoint/2010/main" val="3134139002"/>
              </p:ext>
            </p:extLst>
          </p:nvPr>
        </p:nvGraphicFramePr>
        <p:xfrm>
          <a:off x="303345" y="1998775"/>
          <a:ext cx="11876685" cy="5029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155812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9" name="Rectangle 18">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8FE1C1-67E8-DC09-3A33-FB17A3B00C1D}"/>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sz="4000" b="1">
                <a:solidFill>
                  <a:srgbClr val="FFFFFF"/>
                </a:solidFill>
              </a:rPr>
              <a:t>Diagnostics (UDS over CAN)</a:t>
            </a:r>
          </a:p>
        </p:txBody>
      </p:sp>
      <p:pic>
        <p:nvPicPr>
          <p:cNvPr id="12" name="Picture 11">
            <a:extLst>
              <a:ext uri="{FF2B5EF4-FFF2-40B4-BE49-F238E27FC236}">
                <a16:creationId xmlns:a16="http://schemas.microsoft.com/office/drawing/2014/main" id="{675449D4-4A74-7872-9C8D-77357412D9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3352800"/>
            <a:ext cx="6004736" cy="2642083"/>
          </a:xfrm>
          <a:prstGeom prst="rect">
            <a:avLst/>
          </a:prstGeom>
        </p:spPr>
      </p:pic>
      <p:pic>
        <p:nvPicPr>
          <p:cNvPr id="9" name="Picture 8">
            <a:extLst>
              <a:ext uri="{FF2B5EF4-FFF2-40B4-BE49-F238E27FC236}">
                <a16:creationId xmlns:a16="http://schemas.microsoft.com/office/drawing/2014/main" id="{61809AF8-9837-2F81-06BC-37F4D3814B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6468" y="2094110"/>
            <a:ext cx="4951868" cy="4246227"/>
          </a:xfrm>
          <a:prstGeom prst="rect">
            <a:avLst/>
          </a:prstGeom>
        </p:spPr>
      </p:pic>
      <p:sp>
        <p:nvSpPr>
          <p:cNvPr id="10" name="AutoShape 10" descr="UDS protocol (Unified Diagnostic Services) - AVTOAD">
            <a:extLst>
              <a:ext uri="{FF2B5EF4-FFF2-40B4-BE49-F238E27FC236}">
                <a16:creationId xmlns:a16="http://schemas.microsoft.com/office/drawing/2014/main" id="{BBF4E7D6-05E6-5A33-A025-521E0B9F9FD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4918759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a:extLst>
              <a:ext uri="{FF2B5EF4-FFF2-40B4-BE49-F238E27FC236}">
                <a16:creationId xmlns:a16="http://schemas.microsoft.com/office/drawing/2014/main" id="{21ED5FCA-9564-42B4-9F52-2CCED8ED6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467"/>
            <a:ext cx="12191999" cy="6866467"/>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6E04D44-95C1-E4CD-B591-351A98BF4C92}"/>
              </a:ext>
            </a:extLst>
          </p:cNvPr>
          <p:cNvSpPr>
            <a:spLocks noGrp="1"/>
          </p:cNvSpPr>
          <p:nvPr>
            <p:ph type="title"/>
          </p:nvPr>
        </p:nvSpPr>
        <p:spPr>
          <a:xfrm>
            <a:off x="578408" y="0"/>
            <a:ext cx="10515600" cy="1325563"/>
          </a:xfrm>
        </p:spPr>
        <p:txBody>
          <a:bodyPr>
            <a:normAutofit/>
          </a:bodyPr>
          <a:lstStyle/>
          <a:p>
            <a:r>
              <a:rPr lang="en-GB" dirty="0">
                <a:solidFill>
                  <a:srgbClr val="FFFFFF"/>
                </a:solidFill>
              </a:rPr>
              <a:t>Diagnostic Workflow</a:t>
            </a:r>
          </a:p>
        </p:txBody>
      </p:sp>
      <p:sp>
        <p:nvSpPr>
          <p:cNvPr id="23" name="Arc 2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6" name="Rectangle 1">
            <a:extLst>
              <a:ext uri="{FF2B5EF4-FFF2-40B4-BE49-F238E27FC236}">
                <a16:creationId xmlns:a16="http://schemas.microsoft.com/office/drawing/2014/main" id="{2BB205F8-C117-0E5D-B2B9-9F22E8366E9E}"/>
              </a:ext>
            </a:extLst>
          </p:cNvPr>
          <p:cNvGraphicFramePr>
            <a:graphicFrameLocks noGrp="1"/>
          </p:cNvGraphicFramePr>
          <p:nvPr>
            <p:ph idx="1"/>
            <p:extLst>
              <p:ext uri="{D42A27DB-BD31-4B8C-83A1-F6EECF244321}">
                <p14:modId xmlns:p14="http://schemas.microsoft.com/office/powerpoint/2010/main" val="2536965441"/>
              </p:ext>
            </p:extLst>
          </p:nvPr>
        </p:nvGraphicFramePr>
        <p:xfrm>
          <a:off x="990600" y="1371600"/>
          <a:ext cx="11080580" cy="52736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57918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8EC3E3-1B37-5912-1992-604D3601446B}"/>
              </a:ext>
            </a:extLst>
          </p:cNvPr>
          <p:cNvSpPr>
            <a:spLocks noGrp="1"/>
          </p:cNvSpPr>
          <p:nvPr>
            <p:ph type="title"/>
          </p:nvPr>
        </p:nvSpPr>
        <p:spPr>
          <a:xfrm>
            <a:off x="793662" y="386930"/>
            <a:ext cx="10066122" cy="1298448"/>
          </a:xfrm>
        </p:spPr>
        <p:txBody>
          <a:bodyPr anchor="b">
            <a:normAutofit/>
          </a:bodyPr>
          <a:lstStyle/>
          <a:p>
            <a:r>
              <a:rPr lang="en-GB" sz="4800" dirty="0">
                <a:solidFill>
                  <a:srgbClr val="002060"/>
                </a:solidFill>
              </a:rPr>
              <a:t>Cloud-Based Firmware Server</a:t>
            </a:r>
          </a:p>
        </p:txBody>
      </p:sp>
      <p:sp>
        <p:nvSpPr>
          <p:cNvPr id="14" name="Rectangle 13">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5490A7B2-6DFE-856E-7831-89FDB9BCDC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42431" y="3176974"/>
            <a:ext cx="7017353" cy="3052548"/>
          </a:xfrm>
          <a:prstGeom prst="rect">
            <a:avLst/>
          </a:prstGeom>
        </p:spPr>
      </p:pic>
      <p:sp>
        <p:nvSpPr>
          <p:cNvPr id="3" name="Content Placeholder 2">
            <a:extLst>
              <a:ext uri="{FF2B5EF4-FFF2-40B4-BE49-F238E27FC236}">
                <a16:creationId xmlns:a16="http://schemas.microsoft.com/office/drawing/2014/main" id="{CC33629E-E793-EC28-7495-0FDA44BA590F}"/>
              </a:ext>
            </a:extLst>
          </p:cNvPr>
          <p:cNvSpPr>
            <a:spLocks noGrp="1"/>
          </p:cNvSpPr>
          <p:nvPr>
            <p:ph idx="1"/>
          </p:nvPr>
        </p:nvSpPr>
        <p:spPr>
          <a:xfrm>
            <a:off x="228600" y="2599509"/>
            <a:ext cx="5370482" cy="1972491"/>
          </a:xfrm>
        </p:spPr>
        <p:txBody>
          <a:bodyPr anchor="ctr">
            <a:normAutofit/>
          </a:bodyPr>
          <a:lstStyle/>
          <a:p>
            <a:pPr marL="0" indent="0">
              <a:buNone/>
            </a:pPr>
            <a:r>
              <a:rPr lang="en-GB" b="1" dirty="0"/>
              <a:t>Purpose</a:t>
            </a:r>
            <a:r>
              <a:rPr lang="en-GB" sz="2000" b="1" dirty="0"/>
              <a:t>:</a:t>
            </a:r>
            <a:endParaRPr lang="en-GB" sz="2000" dirty="0"/>
          </a:p>
          <a:p>
            <a:pPr marL="0" indent="0">
              <a:buNone/>
            </a:pPr>
            <a:r>
              <a:rPr lang="en-GB" sz="2400" dirty="0"/>
              <a:t>Host and serve firmware images securely for OTA updates.</a:t>
            </a:r>
          </a:p>
          <a:p>
            <a:endParaRPr lang="en-GB" sz="2000" dirty="0"/>
          </a:p>
        </p:txBody>
      </p:sp>
      <p:sp>
        <p:nvSpPr>
          <p:cNvPr id="18" name="Rectangle 17">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utoShape 2" descr="| Security patch upgrade using OTA through cloud. | Download Scientific ...">
            <a:extLst>
              <a:ext uri="{FF2B5EF4-FFF2-40B4-BE49-F238E27FC236}">
                <a16:creationId xmlns:a16="http://schemas.microsoft.com/office/drawing/2014/main" id="{6AA86AF5-C2A9-3946-F2A1-38C9E492756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AutoShape 4" descr="| Security patch upgrade using OTA through cloud. | Download Scientific ...">
            <a:extLst>
              <a:ext uri="{FF2B5EF4-FFF2-40B4-BE49-F238E27FC236}">
                <a16:creationId xmlns:a16="http://schemas.microsoft.com/office/drawing/2014/main" id="{A6D59351-DA2D-4598-729D-1CBC6EAE55D2}"/>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39410848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DA2438-848C-DD21-9F65-FC3ADC2BA564}"/>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kern="1200" dirty="0">
                <a:solidFill>
                  <a:srgbClr val="002060"/>
                </a:solidFill>
                <a:latin typeface="+mj-lt"/>
                <a:ea typeface="+mj-ea"/>
                <a:cs typeface="+mj-cs"/>
              </a:rPr>
              <a:t>Workflow</a:t>
            </a:r>
          </a:p>
        </p:txBody>
      </p:sp>
      <p:sp>
        <p:nvSpPr>
          <p:cNvPr id="23" name="Rectangle 2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04ECED-4FB7-F552-95D5-BDCA0459DE87}"/>
              </a:ext>
            </a:extLst>
          </p:cNvPr>
          <p:cNvSpPr txBox="1"/>
          <p:nvPr/>
        </p:nvSpPr>
        <p:spPr>
          <a:xfrm>
            <a:off x="0" y="2599508"/>
            <a:ext cx="5324559" cy="3725091"/>
          </a:xfrm>
          <a:prstGeom prst="rect">
            <a:avLst/>
          </a:prstGeom>
        </p:spPr>
        <p:txBody>
          <a:bodyPr vert="horz" lIns="91440" tIns="45720" rIns="91440" bIns="45720" rtlCol="0" anchor="ctr">
            <a:normAutofit/>
          </a:bodyPr>
          <a:lstStyle/>
          <a:p>
            <a:pPr marL="285750" indent="-228600">
              <a:lnSpc>
                <a:spcPct val="90000"/>
              </a:lnSpc>
              <a:spcAft>
                <a:spcPts val="600"/>
              </a:spcAft>
              <a:buFont typeface="Arial" panose="020B0604020202020204" pitchFamily="34" charset="0"/>
              <a:buChar char="•"/>
            </a:pPr>
            <a:r>
              <a:rPr lang="en-US" dirty="0"/>
              <a:t>Developer pushes updates to </a:t>
            </a:r>
            <a:r>
              <a:rPr lang="en-US" dirty="0" err="1"/>
              <a:t>GitHub.GitHub</a:t>
            </a:r>
            <a:r>
              <a:rPr lang="en-US" dirty="0"/>
              <a:t> launches a retail webhook.</a:t>
            </a:r>
          </a:p>
          <a:p>
            <a:pPr marL="57150" indent="-228600">
              <a:lnSpc>
                <a:spcPct val="90000"/>
              </a:lnSpc>
              <a:spcAft>
                <a:spcPts val="600"/>
              </a:spcAft>
              <a:buFont typeface="Arial" panose="020B0604020202020204" pitchFamily="34" charset="0"/>
              <a:buChar char="•"/>
            </a:pPr>
            <a:endParaRPr lang="en-US" dirty="0"/>
          </a:p>
          <a:p>
            <a:pPr marL="285750" indent="-228600">
              <a:lnSpc>
                <a:spcPct val="90000"/>
              </a:lnSpc>
              <a:spcAft>
                <a:spcPts val="600"/>
              </a:spcAft>
              <a:buFont typeface="Arial" panose="020B0604020202020204" pitchFamily="34" charset="0"/>
              <a:buChar char="•"/>
            </a:pPr>
            <a:r>
              <a:rPr lang="en-US" dirty="0"/>
              <a:t>The webhook server sends a notification to the MQTT server.</a:t>
            </a:r>
          </a:p>
          <a:p>
            <a:pPr marL="285750" indent="-228600">
              <a:lnSpc>
                <a:spcPct val="90000"/>
              </a:lnSpc>
              <a:spcAft>
                <a:spcPts val="600"/>
              </a:spcAft>
              <a:buFont typeface="Arial" panose="020B0604020202020204" pitchFamily="34" charset="0"/>
              <a:buChar char="•"/>
            </a:pPr>
            <a:endParaRPr lang="en-US" dirty="0"/>
          </a:p>
          <a:p>
            <a:pPr marL="285750" indent="-228600">
              <a:lnSpc>
                <a:spcPct val="90000"/>
              </a:lnSpc>
              <a:spcAft>
                <a:spcPts val="600"/>
              </a:spcAft>
              <a:buFont typeface="Arial" panose="020B0604020202020204" pitchFamily="34" charset="0"/>
              <a:buChar char="•"/>
            </a:pPr>
            <a:r>
              <a:rPr lang="en-US" dirty="0"/>
              <a:t>The MQTT server publishes the message to the appropriate topic.</a:t>
            </a:r>
          </a:p>
          <a:p>
            <a:pPr marL="57150" indent="-228600">
              <a:lnSpc>
                <a:spcPct val="90000"/>
              </a:lnSpc>
              <a:spcAft>
                <a:spcPts val="600"/>
              </a:spcAft>
              <a:buFont typeface="Arial" panose="020B0604020202020204" pitchFamily="34" charset="0"/>
              <a:buChar char="•"/>
            </a:pPr>
            <a:endParaRPr lang="en-US" dirty="0"/>
          </a:p>
          <a:p>
            <a:pPr marL="285750" indent="-228600">
              <a:lnSpc>
                <a:spcPct val="90000"/>
              </a:lnSpc>
              <a:spcAft>
                <a:spcPts val="600"/>
              </a:spcAft>
              <a:buFont typeface="Arial" panose="020B0604020202020204" pitchFamily="34" charset="0"/>
              <a:buChar char="•"/>
            </a:pPr>
            <a:r>
              <a:rPr lang="en-US" dirty="0"/>
              <a:t>The MQTT client listens to the topic, then pushes it to GitHub and applies it</a:t>
            </a:r>
          </a:p>
        </p:txBody>
      </p:sp>
      <p:pic>
        <p:nvPicPr>
          <p:cNvPr id="5" name="Content Placeholder 4" descr="A diagram of a webpage&#10;&#10;AI-generated content may be incorrect.">
            <a:extLst>
              <a:ext uri="{FF2B5EF4-FFF2-40B4-BE49-F238E27FC236}">
                <a16:creationId xmlns:a16="http://schemas.microsoft.com/office/drawing/2014/main" id="{8AB9E4E9-8E70-84E7-26CD-82362095844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246487" y="2609556"/>
            <a:ext cx="6136875" cy="3127139"/>
          </a:xfrm>
          <a:prstGeom prst="rect">
            <a:avLst/>
          </a:prstGeom>
        </p:spPr>
      </p:pic>
      <p:sp>
        <p:nvSpPr>
          <p:cNvPr id="27" name="Rectangle 26">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05584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673D7C-73B3-DCEC-E51A-759AC8F234BD}"/>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kern="1200" dirty="0">
                <a:solidFill>
                  <a:schemeClr val="tx1"/>
                </a:solidFill>
                <a:latin typeface="+mj-lt"/>
                <a:ea typeface="+mj-ea"/>
                <a:cs typeface="+mj-cs"/>
              </a:rPr>
              <a:t>MQTT protocol</a:t>
            </a:r>
          </a:p>
        </p:txBody>
      </p:sp>
      <p:sp>
        <p:nvSpPr>
          <p:cNvPr id="14" name="Rectangle 13">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diagram of a broker&#10;&#10;AI-generated content may be incorrect.">
            <a:extLst>
              <a:ext uri="{FF2B5EF4-FFF2-40B4-BE49-F238E27FC236}">
                <a16:creationId xmlns:a16="http://schemas.microsoft.com/office/drawing/2014/main" id="{03CD83A8-51FF-2BC5-8A0D-33FC9E3BE9D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32172" y="2733793"/>
            <a:ext cx="6413609" cy="3784029"/>
          </a:xfrm>
          <a:prstGeom prst="rect">
            <a:avLst/>
          </a:prstGeom>
        </p:spPr>
      </p:pic>
      <p:sp>
        <p:nvSpPr>
          <p:cNvPr id="7" name="TextBox 6">
            <a:extLst>
              <a:ext uri="{FF2B5EF4-FFF2-40B4-BE49-F238E27FC236}">
                <a16:creationId xmlns:a16="http://schemas.microsoft.com/office/drawing/2014/main" id="{4BFADE93-5BD6-2376-3E04-3D2A2C8A8C94}"/>
              </a:ext>
            </a:extLst>
          </p:cNvPr>
          <p:cNvSpPr txBox="1"/>
          <p:nvPr/>
        </p:nvSpPr>
        <p:spPr>
          <a:xfrm>
            <a:off x="228600" y="2599509"/>
            <a:ext cx="5682931" cy="1896291"/>
          </a:xfrm>
          <a:prstGeom prst="rect">
            <a:avLst/>
          </a:prstGeom>
        </p:spPr>
        <p:txBody>
          <a:bodyPr vert="horz" lIns="91440" tIns="45720" rIns="91440" bIns="45720" rtlCol="0" anchor="ctr">
            <a:normAutofit/>
          </a:bodyPr>
          <a:lstStyle/>
          <a:p>
            <a:pPr>
              <a:lnSpc>
                <a:spcPct val="90000"/>
              </a:lnSpc>
              <a:spcAft>
                <a:spcPts val="600"/>
              </a:spcAft>
            </a:pPr>
            <a:r>
              <a:rPr lang="en-US" sz="2600" dirty="0"/>
              <a:t>this diagram illustrates the basic architecture of the MQTT protocol using the "publish/subscribe" communication model.</a:t>
            </a:r>
          </a:p>
        </p:txBody>
      </p:sp>
      <p:sp>
        <p:nvSpPr>
          <p:cNvPr id="18" name="Rectangle 17">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0413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AADCCE-5655-5570-7A5A-AE44777A8930}"/>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a:solidFill>
                  <a:srgbClr val="FFFFFF"/>
                </a:solidFill>
                <a:latin typeface="+mj-lt"/>
                <a:ea typeface="+mj-ea"/>
                <a:cs typeface="+mj-cs"/>
              </a:rPr>
              <a:t>Web Dashboard &amp; User Interface</a:t>
            </a:r>
          </a:p>
        </p:txBody>
      </p:sp>
      <p:sp>
        <p:nvSpPr>
          <p:cNvPr id="11" name="Content Placeholder 10">
            <a:extLst>
              <a:ext uri="{FF2B5EF4-FFF2-40B4-BE49-F238E27FC236}">
                <a16:creationId xmlns:a16="http://schemas.microsoft.com/office/drawing/2014/main" id="{EC340275-4365-D03C-CCEA-66C4C2F52A71}"/>
              </a:ext>
            </a:extLst>
          </p:cNvPr>
          <p:cNvSpPr>
            <a:spLocks noGrp="1"/>
          </p:cNvSpPr>
          <p:nvPr>
            <p:ph idx="1"/>
          </p:nvPr>
        </p:nvSpPr>
        <p:spPr>
          <a:xfrm>
            <a:off x="630677" y="6128112"/>
            <a:ext cx="10744200" cy="723404"/>
          </a:xfrm>
        </p:spPr>
        <p:txBody>
          <a:bodyPr vert="horz" lIns="91440" tIns="45720" rIns="91440" bIns="45720" rtlCol="0" anchor="ctr">
            <a:normAutofit/>
          </a:bodyPr>
          <a:lstStyle/>
          <a:p>
            <a:pPr marL="0" indent="0">
              <a:buNone/>
            </a:pPr>
            <a:r>
              <a:rPr lang="en-US" sz="2000" b="1" kern="1200" dirty="0">
                <a:latin typeface="+mn-lt"/>
                <a:ea typeface="+mn-ea"/>
                <a:cs typeface="+mn-cs"/>
              </a:rPr>
              <a:t>Provide intuitive, real‑time visualization of vehicle telemetry, diagnostics, and OTA progress</a:t>
            </a:r>
          </a:p>
        </p:txBody>
      </p:sp>
      <p:pic>
        <p:nvPicPr>
          <p:cNvPr id="5" name="Content Placeholder 4" descr="A screenshot of a computer&#10;&#10;AI-generated content may be incorrect.">
            <a:extLst>
              <a:ext uri="{FF2B5EF4-FFF2-40B4-BE49-F238E27FC236}">
                <a16:creationId xmlns:a16="http://schemas.microsoft.com/office/drawing/2014/main" id="{8419A09C-0DEE-7609-01EE-55CADBD976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1749739"/>
            <a:ext cx="10439400" cy="4388100"/>
          </a:xfrm>
          <a:prstGeom prst="rect">
            <a:avLst/>
          </a:prstGeom>
        </p:spPr>
      </p:pic>
    </p:spTree>
    <p:extLst>
      <p:ext uri="{BB962C8B-B14F-4D97-AF65-F5344CB8AC3E}">
        <p14:creationId xmlns:p14="http://schemas.microsoft.com/office/powerpoint/2010/main" val="10832292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C5A6608-8274-9C67-7808-C9A8256F2CBD}"/>
              </a:ext>
            </a:extLst>
          </p:cNvPr>
          <p:cNvSpPr>
            <a:spLocks noGrp="1"/>
          </p:cNvSpPr>
          <p:nvPr>
            <p:ph type="title"/>
          </p:nvPr>
        </p:nvSpPr>
        <p:spPr>
          <a:xfrm>
            <a:off x="621792" y="1161288"/>
            <a:ext cx="3602736" cy="4526280"/>
          </a:xfrm>
        </p:spPr>
        <p:txBody>
          <a:bodyPr>
            <a:normAutofit/>
          </a:bodyPr>
          <a:lstStyle/>
          <a:p>
            <a:r>
              <a:rPr lang="en-GB" sz="4000" b="1"/>
              <a:t>Technology Stack</a:t>
            </a:r>
            <a:endParaRPr lang="en-GB" sz="4000"/>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08A5CD66-6C14-3D57-4F54-1A21CA12E7C7}"/>
              </a:ext>
            </a:extLst>
          </p:cNvPr>
          <p:cNvGraphicFramePr>
            <a:graphicFrameLocks noGrp="1"/>
          </p:cNvGraphicFramePr>
          <p:nvPr>
            <p:ph idx="1"/>
            <p:extLst>
              <p:ext uri="{D42A27DB-BD31-4B8C-83A1-F6EECF244321}">
                <p14:modId xmlns:p14="http://schemas.microsoft.com/office/powerpoint/2010/main" val="1568997773"/>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431175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26638DE-5E0D-006D-7F07-6A94F1C01ECE}"/>
              </a:ext>
            </a:extLst>
          </p:cNvPr>
          <p:cNvSpPr>
            <a:spLocks noGrp="1"/>
          </p:cNvSpPr>
          <p:nvPr>
            <p:ph type="title"/>
          </p:nvPr>
        </p:nvSpPr>
        <p:spPr>
          <a:xfrm>
            <a:off x="1371597" y="348865"/>
            <a:ext cx="10044023" cy="877729"/>
          </a:xfrm>
        </p:spPr>
        <p:txBody>
          <a:bodyPr anchor="ctr">
            <a:normAutofit/>
          </a:bodyPr>
          <a:lstStyle/>
          <a:p>
            <a:r>
              <a:rPr lang="en-US" altLang="en-US" sz="4000" b="1">
                <a:solidFill>
                  <a:srgbClr val="FFFFFF"/>
                </a:solidFill>
                <a:latin typeface="Arial" panose="020B0604020202020204" pitchFamily="34" charset="0"/>
              </a:rPr>
              <a:t>Key Features</a:t>
            </a:r>
            <a:endParaRPr lang="en-GB" sz="4000">
              <a:solidFill>
                <a:srgbClr val="FFFFFF"/>
              </a:solidFill>
            </a:endParaRPr>
          </a:p>
        </p:txBody>
      </p:sp>
      <p:graphicFrame>
        <p:nvGraphicFramePr>
          <p:cNvPr id="18" name="Rectangle 1">
            <a:extLst>
              <a:ext uri="{FF2B5EF4-FFF2-40B4-BE49-F238E27FC236}">
                <a16:creationId xmlns:a16="http://schemas.microsoft.com/office/drawing/2014/main" id="{3271EFA3-59D3-CDEC-550E-338FD0E2384B}"/>
              </a:ext>
            </a:extLst>
          </p:cNvPr>
          <p:cNvGraphicFramePr>
            <a:graphicFrameLocks noGrp="1"/>
          </p:cNvGraphicFramePr>
          <p:nvPr>
            <p:ph idx="1"/>
            <p:extLst>
              <p:ext uri="{D42A27DB-BD31-4B8C-83A1-F6EECF244321}">
                <p14:modId xmlns:p14="http://schemas.microsoft.com/office/powerpoint/2010/main" val="2915065202"/>
              </p:ext>
            </p:extLst>
          </p:nvPr>
        </p:nvGraphicFramePr>
        <p:xfrm>
          <a:off x="190500" y="1707387"/>
          <a:ext cx="11811000" cy="5029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348491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30" name="Rectangle 29">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 name="Rectangle 33">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EEDFE6-03E9-E16F-7C9C-60810ED728C8}"/>
              </a:ext>
            </a:extLst>
          </p:cNvPr>
          <p:cNvSpPr>
            <a:spLocks noGrp="1"/>
          </p:cNvSpPr>
          <p:nvPr>
            <p:ph type="title"/>
          </p:nvPr>
        </p:nvSpPr>
        <p:spPr>
          <a:xfrm>
            <a:off x="1043631" y="809898"/>
            <a:ext cx="9942716" cy="1554480"/>
          </a:xfrm>
        </p:spPr>
        <p:txBody>
          <a:bodyPr vert="horz" lIns="91440" tIns="45720" rIns="91440" bIns="45720" rtlCol="0" anchor="ctr">
            <a:normAutofit/>
          </a:bodyPr>
          <a:lstStyle/>
          <a:p>
            <a:r>
              <a:rPr lang="en-US" sz="4800" kern="1200" dirty="0">
                <a:solidFill>
                  <a:srgbClr val="002060"/>
                </a:solidFill>
                <a:latin typeface="+mj-lt"/>
                <a:ea typeface="+mj-ea"/>
                <a:cs typeface="+mj-cs"/>
              </a:rPr>
              <a:t>Results &amp; Demo</a:t>
            </a:r>
          </a:p>
        </p:txBody>
      </p:sp>
      <p:sp>
        <p:nvSpPr>
          <p:cNvPr id="6" name="Rectangle 3">
            <a:extLst>
              <a:ext uri="{FF2B5EF4-FFF2-40B4-BE49-F238E27FC236}">
                <a16:creationId xmlns:a16="http://schemas.microsoft.com/office/drawing/2014/main" id="{5AA720B5-2141-F5A4-87D9-3F1280622C20}"/>
              </a:ext>
            </a:extLst>
          </p:cNvPr>
          <p:cNvSpPr>
            <a:spLocks noChangeArrowheads="1"/>
          </p:cNvSpPr>
          <p:nvPr/>
        </p:nvSpPr>
        <p:spPr bwMode="auto">
          <a:xfrm>
            <a:off x="463692" y="2364378"/>
            <a:ext cx="11832716" cy="418882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2200" b="1" i="0" u="none" strike="noStrike" cap="none" normalizeH="0" baseline="0" dirty="0">
                <a:ln>
                  <a:noFill/>
                </a:ln>
                <a:effectLst/>
              </a:rPr>
              <a:t>Real-Time Control:</a:t>
            </a:r>
            <a:r>
              <a:rPr kumimoji="0" lang="en-US" altLang="en-US" sz="2200" b="0" i="0" u="none" strike="noStrike" cap="none" normalizeH="0" baseline="0" dirty="0">
                <a:ln>
                  <a:noFill/>
                </a:ln>
                <a:effectLst/>
              </a:rPr>
              <a:t> CAN RX → Motor PWM in &lt;2 </a:t>
            </a:r>
            <a:r>
              <a:rPr kumimoji="0" lang="en-US" altLang="en-US" sz="2200" b="0" i="0" u="none" strike="noStrike" cap="none" normalizeH="0" baseline="0" dirty="0" err="1">
                <a:ln>
                  <a:noFill/>
                </a:ln>
                <a:effectLst/>
              </a:rPr>
              <a:t>ms</a:t>
            </a:r>
            <a:r>
              <a:rPr kumimoji="0" lang="en-US" altLang="en-US" sz="2200" b="0" i="0" u="none" strike="noStrike" cap="none" normalizeH="0" baseline="0" dirty="0">
                <a:ln>
                  <a:noFill/>
                </a:ln>
                <a:effectLst/>
              </a:rPr>
              <a:t> (jitter &lt;100 µs)</a:t>
            </a: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n-US" sz="22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2200" b="1" i="0" u="none" strike="noStrike" cap="none" normalizeH="0" baseline="0" dirty="0">
                <a:ln>
                  <a:noFill/>
                </a:ln>
                <a:effectLst/>
              </a:rPr>
              <a:t>Diagnostics Performance:</a:t>
            </a:r>
            <a:r>
              <a:rPr kumimoji="0" lang="en-US" altLang="en-US" sz="2200" b="0" i="0" u="none" strike="noStrike" cap="none" normalizeH="0" baseline="0" dirty="0">
                <a:ln>
                  <a:noFill/>
                </a:ln>
                <a:effectLst/>
              </a:rPr>
              <a:t> UDS </a:t>
            </a:r>
            <a:r>
              <a:rPr kumimoji="0" lang="en-US" altLang="en-US" sz="2200" b="0" i="0" u="none" strike="noStrike" cap="none" normalizeH="0" baseline="0" dirty="0" err="1">
                <a:ln>
                  <a:noFill/>
                </a:ln>
                <a:effectLst/>
              </a:rPr>
              <a:t>ReadDTC</a:t>
            </a:r>
            <a:r>
              <a:rPr kumimoji="0" lang="en-US" altLang="en-US" sz="2200" b="0" i="0" u="none" strike="noStrike" cap="none" normalizeH="0" baseline="0" dirty="0">
                <a:ln>
                  <a:noFill/>
                </a:ln>
                <a:effectLst/>
              </a:rPr>
              <a:t> in ~5 </a:t>
            </a:r>
            <a:r>
              <a:rPr kumimoji="0" lang="en-US" altLang="en-US" sz="2200" b="0" i="0" u="none" strike="noStrike" cap="none" normalizeH="0" baseline="0" dirty="0" err="1">
                <a:ln>
                  <a:noFill/>
                </a:ln>
                <a:effectLst/>
              </a:rPr>
              <a:t>ms</a:t>
            </a:r>
            <a:r>
              <a:rPr kumimoji="0" lang="en-US" altLang="en-US" sz="2200" b="0" i="0" u="none" strike="noStrike" cap="none" normalizeH="0" baseline="0" dirty="0">
                <a:ln>
                  <a:noFill/>
                </a:ln>
                <a:effectLst/>
              </a:rPr>
              <a:t>, </a:t>
            </a:r>
            <a:r>
              <a:rPr kumimoji="0" lang="en-US" altLang="en-US" sz="2200" b="0" i="0" u="none" strike="noStrike" cap="none" normalizeH="0" baseline="0" dirty="0" err="1">
                <a:ln>
                  <a:noFill/>
                </a:ln>
                <a:effectLst/>
              </a:rPr>
              <a:t>ClearDTC</a:t>
            </a:r>
            <a:r>
              <a:rPr kumimoji="0" lang="en-US" altLang="en-US" sz="2200" b="0" i="0" u="none" strike="noStrike" cap="none" normalizeH="0" baseline="0" dirty="0">
                <a:ln>
                  <a:noFill/>
                </a:ln>
                <a:effectLst/>
              </a:rPr>
              <a:t> in ~4 </a:t>
            </a:r>
            <a:r>
              <a:rPr kumimoji="0" lang="en-US" altLang="en-US" sz="2200" b="0" i="0" u="none" strike="noStrike" cap="none" normalizeH="0" baseline="0" dirty="0" err="1">
                <a:ln>
                  <a:noFill/>
                </a:ln>
                <a:effectLst/>
              </a:rPr>
              <a:t>ms</a:t>
            </a:r>
            <a:endParaRPr kumimoji="0" lang="en-US" altLang="en-US" sz="22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n-US" sz="22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2200" b="1" i="0" u="none" strike="noStrike" cap="none" normalizeH="0" baseline="0" dirty="0">
                <a:ln>
                  <a:noFill/>
                </a:ln>
                <a:effectLst/>
              </a:rPr>
              <a:t>Fast OTA Updates:</a:t>
            </a:r>
            <a:r>
              <a:rPr kumimoji="0" lang="en-US" altLang="en-US" sz="2200" b="0" i="0" u="none" strike="noStrike" cap="none" normalizeH="0" baseline="0" dirty="0">
                <a:ln>
                  <a:noFill/>
                </a:ln>
                <a:effectLst/>
              </a:rPr>
              <a:t> 26 KB firmware transferred and verified in ~0.54 s</a:t>
            </a: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n-US" sz="22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2200" b="1" i="0" u="none" strike="noStrike" cap="none" normalizeH="0" baseline="0" dirty="0">
                <a:ln>
                  <a:noFill/>
                </a:ln>
                <a:effectLst/>
              </a:rPr>
              <a:t>Robust Reliability:</a:t>
            </a:r>
            <a:r>
              <a:rPr kumimoji="0" lang="en-US" altLang="en-US" sz="2200" b="0" i="0" u="none" strike="noStrike" cap="none" normalizeH="0" baseline="0" dirty="0">
                <a:ln>
                  <a:noFill/>
                </a:ln>
                <a:effectLst/>
              </a:rPr>
              <a:t> Automatic rollback on signature failure or power loss</a:t>
            </a: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n-US" sz="2200" b="0" i="0" u="none" strike="noStrike" cap="none" normalizeH="0" baseline="0" dirty="0">
              <a:ln>
                <a:noFill/>
              </a:ln>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2200" b="1" i="0" u="none" strike="noStrike" cap="none" normalizeH="0" baseline="0" dirty="0">
                <a:ln>
                  <a:noFill/>
                </a:ln>
                <a:effectLst/>
              </a:rPr>
              <a:t>Live Dashboard:</a:t>
            </a:r>
            <a:r>
              <a:rPr kumimoji="0" lang="en-US" altLang="en-US" sz="2200" b="0" i="0" u="none" strike="noStrike" cap="none" normalizeH="0" baseline="0" dirty="0">
                <a:ln>
                  <a:noFill/>
                </a:ln>
                <a:effectLst/>
              </a:rPr>
              <a:t> 50 Hz telemetry (speed, temp, distance) and real-time OTA progress via SSE</a:t>
            </a:r>
          </a:p>
        </p:txBody>
      </p:sp>
      <p:cxnSp>
        <p:nvCxnSpPr>
          <p:cNvPr id="36" name="Straight Connector 35">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96592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4D464-FF94-4A26-F11B-F6BC6988EC96}"/>
              </a:ext>
            </a:extLst>
          </p:cNvPr>
          <p:cNvSpPr>
            <a:spLocks noGrp="1"/>
          </p:cNvSpPr>
          <p:nvPr>
            <p:ph type="title"/>
          </p:nvPr>
        </p:nvSpPr>
        <p:spPr/>
        <p:txBody>
          <a:bodyPr/>
          <a:lstStyle/>
          <a:p>
            <a:r>
              <a:rPr lang="en-GB" dirty="0">
                <a:solidFill>
                  <a:srgbClr val="002060"/>
                </a:solidFill>
              </a:rPr>
              <a:t>Conclusion</a:t>
            </a:r>
          </a:p>
        </p:txBody>
      </p:sp>
      <p:graphicFrame>
        <p:nvGraphicFramePr>
          <p:cNvPr id="6" name="Rectangle 1">
            <a:extLst>
              <a:ext uri="{FF2B5EF4-FFF2-40B4-BE49-F238E27FC236}">
                <a16:creationId xmlns:a16="http://schemas.microsoft.com/office/drawing/2014/main" id="{B8E29241-E9C1-E60B-60F1-9003057C36ED}"/>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383333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677BAFB-3BD3-41BB-9107-FAE224AE2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E6823A9B-C188-42D4-847C-3AD928DB1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34B557F3-1A0C-4749-A6DB-EAC082DF3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13" name="Oval 12">
            <a:extLst>
              <a:ext uri="{FF2B5EF4-FFF2-40B4-BE49-F238E27FC236}">
                <a16:creationId xmlns:a16="http://schemas.microsoft.com/office/drawing/2014/main" id="{55D55AA6-3751-494F-868A-DCEDC5CE8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19B6A77-29E8-8D00-FB6E-C14D1ACA0E89}"/>
              </a:ext>
            </a:extLst>
          </p:cNvPr>
          <p:cNvSpPr>
            <a:spLocks noGrp="1"/>
          </p:cNvSpPr>
          <p:nvPr>
            <p:ph type="title"/>
          </p:nvPr>
        </p:nvSpPr>
        <p:spPr>
          <a:xfrm>
            <a:off x="3581400" y="965580"/>
            <a:ext cx="5204489" cy="3160593"/>
          </a:xfrm>
        </p:spPr>
        <p:txBody>
          <a:bodyPr vert="horz" lIns="91440" tIns="45720" rIns="91440" bIns="45720" rtlCol="0" anchor="b">
            <a:normAutofit/>
          </a:bodyPr>
          <a:lstStyle/>
          <a:p>
            <a:pPr algn="ctr"/>
            <a:r>
              <a:rPr lang="en-US" sz="5400" kern="1200" dirty="0">
                <a:solidFill>
                  <a:schemeClr val="bg1"/>
                </a:solidFill>
                <a:latin typeface="+mj-lt"/>
                <a:ea typeface="+mj-ea"/>
                <a:cs typeface="+mj-cs"/>
              </a:rPr>
              <a:t>Any Questions?</a:t>
            </a:r>
            <a:br>
              <a:rPr lang="en-US" sz="5400" kern="1200" dirty="0">
                <a:solidFill>
                  <a:schemeClr val="bg1"/>
                </a:solidFill>
                <a:latin typeface="+mj-lt"/>
                <a:ea typeface="+mj-ea"/>
                <a:cs typeface="+mj-cs"/>
              </a:rPr>
            </a:br>
            <a:endParaRPr lang="en-US" sz="5400" kern="1200" dirty="0">
              <a:solidFill>
                <a:schemeClr val="bg1"/>
              </a:solidFill>
              <a:latin typeface="+mj-lt"/>
              <a:ea typeface="+mj-ea"/>
              <a:cs typeface="+mj-cs"/>
            </a:endParaRPr>
          </a:p>
        </p:txBody>
      </p:sp>
      <p:sp>
        <p:nvSpPr>
          <p:cNvPr id="15" name="Graphic 212">
            <a:extLst>
              <a:ext uri="{FF2B5EF4-FFF2-40B4-BE49-F238E27FC236}">
                <a16:creationId xmlns:a16="http://schemas.microsoft.com/office/drawing/2014/main" id="{4D4C00DC-4DC6-4CD2-9E31-F17E6CEBC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17" name="Graphic 212">
            <a:extLst>
              <a:ext uri="{FF2B5EF4-FFF2-40B4-BE49-F238E27FC236}">
                <a16:creationId xmlns:a16="http://schemas.microsoft.com/office/drawing/2014/main" id="{D82AB1B2-7970-42CF-8BF5-567C69E9F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nvGrpSpPr>
          <p:cNvPr id="19" name="Graphic 190">
            <a:extLst>
              <a:ext uri="{FF2B5EF4-FFF2-40B4-BE49-F238E27FC236}">
                <a16:creationId xmlns:a16="http://schemas.microsoft.com/office/drawing/2014/main" id="{66FB5A75-BDE2-4F12-A95B-C48788A768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0" name="Freeform: Shape 19">
              <a:extLst>
                <a:ext uri="{FF2B5EF4-FFF2-40B4-BE49-F238E27FC236}">
                  <a16:creationId xmlns:a16="http://schemas.microsoft.com/office/drawing/2014/main" id="{DC86CBC8-A814-4C0C-A287-7C549693D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21" name="Freeform: Shape 20">
              <a:extLst>
                <a:ext uri="{FF2B5EF4-FFF2-40B4-BE49-F238E27FC236}">
                  <a16:creationId xmlns:a16="http://schemas.microsoft.com/office/drawing/2014/main" id="{6AA52F4F-14E6-402F-A196-668B9CA9B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23" name="Oval 22">
            <a:extLst>
              <a:ext uri="{FF2B5EF4-FFF2-40B4-BE49-F238E27FC236}">
                <a16:creationId xmlns:a16="http://schemas.microsoft.com/office/drawing/2014/main" id="{C10FB9CA-E7FA-462C-B537-F1224ED1A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5" name="Oval 24">
            <a:extLst>
              <a:ext uri="{FF2B5EF4-FFF2-40B4-BE49-F238E27FC236}">
                <a16:creationId xmlns:a16="http://schemas.microsoft.com/office/drawing/2014/main" id="{D8469AE7-A75B-4F37-850B-EF5974ABE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27" name="Graphic 4">
            <a:extLst>
              <a:ext uri="{FF2B5EF4-FFF2-40B4-BE49-F238E27FC236}">
                <a16:creationId xmlns:a16="http://schemas.microsoft.com/office/drawing/2014/main" id="{63301095-70B2-49AA-8DA9-A35629AD62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28" name="Freeform: Shape 27">
              <a:extLst>
                <a:ext uri="{FF2B5EF4-FFF2-40B4-BE49-F238E27FC236}">
                  <a16:creationId xmlns:a16="http://schemas.microsoft.com/office/drawing/2014/main" id="{D218E08C-0BEA-45C2-8C09-4141DDDA0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29" name="Freeform: Shape 28">
              <a:extLst>
                <a:ext uri="{FF2B5EF4-FFF2-40B4-BE49-F238E27FC236}">
                  <a16:creationId xmlns:a16="http://schemas.microsoft.com/office/drawing/2014/main" id="{232F6090-14E0-44C6-B9FC-C91047BCD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FDB9402B-335C-4892-9E7C-C400E95BE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E7A4371D-4448-409A-93F3-0C92E3EBD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2" name="Freeform: Shape 31">
              <a:extLst>
                <a:ext uri="{FF2B5EF4-FFF2-40B4-BE49-F238E27FC236}">
                  <a16:creationId xmlns:a16="http://schemas.microsoft.com/office/drawing/2014/main" id="{780149CB-4B8F-4FD1-AC5E-25670C9EA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92D49A1A-35B0-4620-9D1E-A782A0E97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AFF46F08-B1E4-44C1-BD4A-4191D6EAD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8DB16610-3D81-4E5C-850D-5D1245C0D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E05501B2-83AC-4299-BE5A-8CA16B408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07CF1B90-3B3A-403E-A94F-8B82945D07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8" name="Freeform: Shape 37">
              <a:extLst>
                <a:ext uri="{FF2B5EF4-FFF2-40B4-BE49-F238E27FC236}">
                  <a16:creationId xmlns:a16="http://schemas.microsoft.com/office/drawing/2014/main" id="{56A1CBA9-4AC1-4C42-9429-3FF31DF28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9" name="Freeform: Shape 38">
              <a:extLst>
                <a:ext uri="{FF2B5EF4-FFF2-40B4-BE49-F238E27FC236}">
                  <a16:creationId xmlns:a16="http://schemas.microsoft.com/office/drawing/2014/main" id="{21318D9B-FD39-402A-ADFA-0E6CC789A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333FB08F-B346-47C0-A7CD-1DE53E6C0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id="{893AD6F2-6408-4A8E-9749-CB7388EF3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715D9D2F-1568-4BE3-A54A-69F52492B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9AB547A7-0D80-491F-98B4-C6B7CC4FC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7E2693CD-DAF5-4B26-9A2F-17673BF31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A96EEE12-952A-4693-B161-D7071D601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F4228DCC-1611-4BDC-90AA-231F67EB1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DA163C3C-D3DF-461F-B6A8-90C7C227D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4D021D29-2980-41C3-AB83-DA93C105B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AC09C1FA-1A9D-49A7-9D73-8B777140A3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0B8D8CD4-7B9B-48A5-BC59-0CB859354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224D0A27-A8B0-4020-9399-24127726E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168E8EBA-9F8C-4650-B9BE-38A0A56BC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6A460BB3-2605-4AA2-AE1D-B9FB61EBF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1E2E38EE-DBBE-4CC1-9498-E7193E1B28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BF191D5C-7D2A-4408-A8F2-389D2360F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08F7193B-B379-4921-9F17-1841D5061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B4C5E53C-6003-4F74-B1CA-C7EA1E499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CB97B2B1-1CF5-46A5-940D-AB8F57F59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0783F4F1-D8CE-4453-B79B-AD976E272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06A7A4C9-F24F-4F00-A2FA-29E788A09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EB694A32-59D6-46E3-8CE4-E4C485C2CB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983EBB4C-28FF-41C6-90D6-5F30FC086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0707659D-8AE9-49B5-AB29-ECC099F49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5C987ECC-9573-46EA-9C4A-7C3CAE39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4DAF6708-18C2-4082-B024-6CEA32AE0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72CBB5AE-39E2-4D9B-A834-64D31B003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4592DE98-77BF-4E8E-AEB4-1934207BA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5AF5D9A0-BA94-4D2B-8479-26C55355B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2CAA6A8E-7ACF-4EF7-AAD6-734A009DCF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D3DD3695-F212-4BAD-BBB3-EC1F62474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AB1B3ECB-7594-4C5C-B62B-E686C0A89E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5EE54C3C-D9E5-4782-B8F6-058EB2D63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EAE78EEE-DC43-44E1-AB47-ACB80F94B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847D67EF-1141-4582-866E-FE02FB2360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99ECC931-60A1-4628-A34B-4B68DA3CC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A587D2BE-3417-44AE-BEEF-57F88CECB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FCEB2ED3-A08D-4286-B75D-893289F3F3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7C7DB7BB-8173-4377-85B0-032B7BDAB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93EF69B4-3F48-4509-8BF8-926E23BC1D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C1A86650-1EF5-46E3-885D-96985105A8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47EBBDE2-BD90-481F-A671-34E2186FB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87DAF1CB-838D-4C5C-8FB7-76BF677FEB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64573DA8-D2F3-4644-AC79-83843615C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41AB53B8-0D5C-44BD-A2A9-ABBF659E1F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29B7FA60-B453-4877-8D47-CA1209DF9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7A6D2414-BCCC-40E8-B990-47642EFE96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B0F37C2B-B7E6-420D-AD39-3AE4A2FBE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F6417E45-D7FC-40B8-AD49-941B28D18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2A8D1963-0C59-476C-AAFA-A7AF4FF50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6BE777A9-EC29-46FC-AD21-AC7FD89B1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C63BA1CE-93FB-42C7-8381-765E50023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7F30F275-ADC8-4FD1-8B4B-673B37517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20529C-F2DD-4607-8DEE-19A932968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B8029A9A-DFF9-49CE-8CEE-95A6695F3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822C2EC-B05D-4CE6-9D59-164769D0E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53A0760F-F576-4A97-94AF-8BBE590844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CA76721C-646A-4910-AD1A-BE6B67767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065D4766-CAEC-4074-A9E2-6110A12389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4F1A0AC6-319D-49D8-A4FB-17A70E8E8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79502B48-2B92-45BF-B9AC-1102B3807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6363AFA7-321F-431C-B2FD-ADCB4D24B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33EDDE1B-7379-4973-8CFD-F3C737104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1F20B58A-2DB8-46B2-9E93-9C8C817DC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A5A3EF12-3DA1-4505-A44B-1B9634887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5B08812B-9264-47E7-8EC8-1233869F6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2A29F226-A243-410B-BEE4-EBA9DD76F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9DF57348-F837-475C-A7AA-3C7210041E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1E41B89A-9A45-4947-ADB0-940040049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6C1F1525-32BC-46E1-84E6-C2BB88730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C73A8972-BA44-40C6-B045-83E78C4D4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C196E956-03D1-4F79-826A-A2F5E3DEF1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ADA7B07B-EAC8-4FA5-B14F-3ABF8BA7A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93C28672-FF9E-4FE0-AC47-2FDD26CD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E347BAB3-EA9C-4ADD-AE5E-28F2E3C53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321920C4-EE31-4F03-A0D5-A280D3F4B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6EBB3D05-4C78-4F10-8D03-8909DBCFB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FC65F531-84E4-463F-8791-EB6EDFA63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A63BB6A3-D482-43F2-9F5F-20E163CC4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ABDCCD34-EB5D-4194-8A28-1424E98AE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F058544E-163D-4FFF-9A69-0B3A3F2D6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11041486-0577-4F0E-8DD5-5E20E26729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71D11099-C84E-43AC-9F20-92460E170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E598FB87-8AFF-4C56-9E2C-776F4641E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7701E761-16DE-4350-9718-DD81B37FB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552E747F-E415-4348-A11A-4CABCB64B5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C6472F13-E6DE-4469-9563-F478261B6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5C72FE15-910B-4622-A14C-AFA2DFCC0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BAB8F759-DEFA-4D35-B76E-6D3034FB7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A1BBCEBD-DCE2-4354-B878-49ABEC367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2CBB3A18-0021-403F-8E24-8805829B4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8FDF7AAC-1EC6-4409-90AB-DBB984883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5B9999E8-7D25-4049-8328-685B556DC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E77FC8A9-DEAE-424D-B460-12E0F3268D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54F9C69A-0DCF-444A-B970-32B412048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8BD94DDA-54FF-48EE-9DAC-C0EA6F91D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E18A6989-0132-4CB7-BB68-EEBC4E080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A1357332-D19F-4C2B-B474-21D5539B9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295C7590-8B80-428C-95A9-638B26542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A0E8A31-7520-4726-9D96-43BA8740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9407EEE0-5D8E-4CCC-A91B-0CB523227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3799DFCC-868B-4257-B530-8E8D616C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F7F5EEB5-FE82-45A8-97C4-88460ABAF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CD76E4C7-EB07-499D-9BC3-FF39C8B61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86EFDF8D-E5F7-4EB8-B8DA-3CC7E21D8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2CA6506B-EACA-4FB2-81AB-E028F44786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193E4771-2787-4901-93D8-7E90F3F47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0EA31773-15F1-4605-8787-6891ABB21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1302C213-2CD5-4168-9534-111E6E81A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B9B36C24-2336-41FD-BAC4-6CD69DFD5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CA3AFAFE-D376-4A7B-928B-833531472D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7C685A00-A4F7-4250-BAAA-70978DADE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E52682F3-EDD5-4BDC-BB19-A4540873A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2C5E1880-CFBA-4547-9C23-6D2C43304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439AAF4F-2AAD-4A02-A7FA-FE28D5286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5614144-9309-41ED-8E05-839A6EEFF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4324D6F-A81D-45F2-BA36-C53F1AB0C6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6B00668D-07BC-47CF-9D1E-F94EC7C56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BCF78A89-29F2-4973-8463-DF3C57EFB4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F5BCB645-FB02-40FC-99A4-06CA3F1B2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F6115A3A-2FBE-4633-A426-37D05BC07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AEFD8D2F-B95A-4C0A-AE85-53171B29F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2" name="Freeform: Shape 161">
              <a:extLst>
                <a:ext uri="{FF2B5EF4-FFF2-40B4-BE49-F238E27FC236}">
                  <a16:creationId xmlns:a16="http://schemas.microsoft.com/office/drawing/2014/main" id="{4DD4F397-1F35-4E06-8EC1-8F58C51912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B031E5E0-C77D-49F7-ADF2-258D23052D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64" name="Freeform: Shape 163">
              <a:extLst>
                <a:ext uri="{FF2B5EF4-FFF2-40B4-BE49-F238E27FC236}">
                  <a16:creationId xmlns:a16="http://schemas.microsoft.com/office/drawing/2014/main" id="{3F044DE9-FE64-4C30-8191-7E1547880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5" name="Freeform: Shape 164">
              <a:extLst>
                <a:ext uri="{FF2B5EF4-FFF2-40B4-BE49-F238E27FC236}">
                  <a16:creationId xmlns:a16="http://schemas.microsoft.com/office/drawing/2014/main" id="{9B18BCEB-85ED-4077-ACB7-FEB2F6443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66" name="Freeform: Shape 165">
              <a:extLst>
                <a:ext uri="{FF2B5EF4-FFF2-40B4-BE49-F238E27FC236}">
                  <a16:creationId xmlns:a16="http://schemas.microsoft.com/office/drawing/2014/main" id="{00C0927E-2CCF-4F8E-8A54-22B8A93C9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67" name="Freeform: Shape 166">
              <a:extLst>
                <a:ext uri="{FF2B5EF4-FFF2-40B4-BE49-F238E27FC236}">
                  <a16:creationId xmlns:a16="http://schemas.microsoft.com/office/drawing/2014/main" id="{D0C3350E-04F5-4FED-9991-4DD964E09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8" name="Freeform: Shape 167">
              <a:extLst>
                <a:ext uri="{FF2B5EF4-FFF2-40B4-BE49-F238E27FC236}">
                  <a16:creationId xmlns:a16="http://schemas.microsoft.com/office/drawing/2014/main" id="{F43D0338-A6C9-4866-8D0C-072664518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9" name="Freeform: Shape 168">
              <a:extLst>
                <a:ext uri="{FF2B5EF4-FFF2-40B4-BE49-F238E27FC236}">
                  <a16:creationId xmlns:a16="http://schemas.microsoft.com/office/drawing/2014/main" id="{40EA171B-27E2-4100-9D5F-123CF6E7F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0" name="Freeform: Shape 169">
              <a:extLst>
                <a:ext uri="{FF2B5EF4-FFF2-40B4-BE49-F238E27FC236}">
                  <a16:creationId xmlns:a16="http://schemas.microsoft.com/office/drawing/2014/main" id="{22FD540C-F3DF-40F5-B2BE-BBD113EF4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1" name="Freeform: Shape 170">
              <a:extLst>
                <a:ext uri="{FF2B5EF4-FFF2-40B4-BE49-F238E27FC236}">
                  <a16:creationId xmlns:a16="http://schemas.microsoft.com/office/drawing/2014/main" id="{57768D93-FAD4-4236-969B-B8EE8E88F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2" name="Freeform: Shape 171">
              <a:extLst>
                <a:ext uri="{FF2B5EF4-FFF2-40B4-BE49-F238E27FC236}">
                  <a16:creationId xmlns:a16="http://schemas.microsoft.com/office/drawing/2014/main" id="{0F5E0490-21C2-4EF6-950D-38814F32C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73" name="Freeform: Shape 172">
              <a:extLst>
                <a:ext uri="{FF2B5EF4-FFF2-40B4-BE49-F238E27FC236}">
                  <a16:creationId xmlns:a16="http://schemas.microsoft.com/office/drawing/2014/main" id="{8E981C9B-710F-4034-AE82-28B1B0724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4" name="Freeform: Shape 173">
              <a:extLst>
                <a:ext uri="{FF2B5EF4-FFF2-40B4-BE49-F238E27FC236}">
                  <a16:creationId xmlns:a16="http://schemas.microsoft.com/office/drawing/2014/main" id="{CC62C2CC-DBAE-4877-8F55-02FE00AE8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5" name="Freeform: Shape 174">
              <a:extLst>
                <a:ext uri="{FF2B5EF4-FFF2-40B4-BE49-F238E27FC236}">
                  <a16:creationId xmlns:a16="http://schemas.microsoft.com/office/drawing/2014/main" id="{D8F57D8B-1988-441F-9DAE-A525DA5E9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6" name="Freeform: Shape 175">
              <a:extLst>
                <a:ext uri="{FF2B5EF4-FFF2-40B4-BE49-F238E27FC236}">
                  <a16:creationId xmlns:a16="http://schemas.microsoft.com/office/drawing/2014/main" id="{6715F028-3A13-4D5F-86C4-74C0AD81D6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7" name="Freeform: Shape 176">
              <a:extLst>
                <a:ext uri="{FF2B5EF4-FFF2-40B4-BE49-F238E27FC236}">
                  <a16:creationId xmlns:a16="http://schemas.microsoft.com/office/drawing/2014/main" id="{DC6C9B50-47B3-44E7-B897-43D010A18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8" name="Freeform: Shape 177">
              <a:extLst>
                <a:ext uri="{FF2B5EF4-FFF2-40B4-BE49-F238E27FC236}">
                  <a16:creationId xmlns:a16="http://schemas.microsoft.com/office/drawing/2014/main" id="{F3F602F0-702E-4D5F-A4FC-0E602C02B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9" name="Freeform: Shape 178">
              <a:extLst>
                <a:ext uri="{FF2B5EF4-FFF2-40B4-BE49-F238E27FC236}">
                  <a16:creationId xmlns:a16="http://schemas.microsoft.com/office/drawing/2014/main" id="{9F379870-B34C-4DFC-9F0A-BDAB8C89F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0" name="Freeform: Shape 179">
              <a:extLst>
                <a:ext uri="{FF2B5EF4-FFF2-40B4-BE49-F238E27FC236}">
                  <a16:creationId xmlns:a16="http://schemas.microsoft.com/office/drawing/2014/main" id="{641092AC-FED1-4D1D-B57C-0AC883CA95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1" name="Freeform: Shape 180">
              <a:extLst>
                <a:ext uri="{FF2B5EF4-FFF2-40B4-BE49-F238E27FC236}">
                  <a16:creationId xmlns:a16="http://schemas.microsoft.com/office/drawing/2014/main" id="{EA8A0B5E-5BB1-46AF-AC31-7D3756F35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2" name="Freeform: Shape 181">
              <a:extLst>
                <a:ext uri="{FF2B5EF4-FFF2-40B4-BE49-F238E27FC236}">
                  <a16:creationId xmlns:a16="http://schemas.microsoft.com/office/drawing/2014/main" id="{1C519384-2192-432B-B768-64B4BC2DA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3" name="Freeform: Shape 182">
              <a:extLst>
                <a:ext uri="{FF2B5EF4-FFF2-40B4-BE49-F238E27FC236}">
                  <a16:creationId xmlns:a16="http://schemas.microsoft.com/office/drawing/2014/main" id="{13C77A9D-44F0-4289-A611-D8AF81357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84" name="Freeform: Shape 183">
              <a:extLst>
                <a:ext uri="{FF2B5EF4-FFF2-40B4-BE49-F238E27FC236}">
                  <a16:creationId xmlns:a16="http://schemas.microsoft.com/office/drawing/2014/main" id="{0A54AEDC-E418-4E02-A713-6CE30C0CDD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5" name="Freeform: Shape 184">
              <a:extLst>
                <a:ext uri="{FF2B5EF4-FFF2-40B4-BE49-F238E27FC236}">
                  <a16:creationId xmlns:a16="http://schemas.microsoft.com/office/drawing/2014/main" id="{24FECFE3-9F31-47B0-B17F-CF2A1CEE8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6" name="Freeform: Shape 185">
              <a:extLst>
                <a:ext uri="{FF2B5EF4-FFF2-40B4-BE49-F238E27FC236}">
                  <a16:creationId xmlns:a16="http://schemas.microsoft.com/office/drawing/2014/main" id="{68167DF4-8B16-419B-B7BA-2FD5FF6CC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7" name="Freeform: Shape 186">
              <a:extLst>
                <a:ext uri="{FF2B5EF4-FFF2-40B4-BE49-F238E27FC236}">
                  <a16:creationId xmlns:a16="http://schemas.microsoft.com/office/drawing/2014/main" id="{A543D24F-44C0-4DDF-A30E-8C8407548F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8" name="Freeform: Shape 187">
              <a:extLst>
                <a:ext uri="{FF2B5EF4-FFF2-40B4-BE49-F238E27FC236}">
                  <a16:creationId xmlns:a16="http://schemas.microsoft.com/office/drawing/2014/main" id="{63DEAE3C-3931-41EE-B4A1-F9385602BE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9" name="Freeform: Shape 188">
              <a:extLst>
                <a:ext uri="{FF2B5EF4-FFF2-40B4-BE49-F238E27FC236}">
                  <a16:creationId xmlns:a16="http://schemas.microsoft.com/office/drawing/2014/main" id="{B11945CD-32F6-4C09-82AF-551051231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90" name="Freeform: Shape 189">
              <a:extLst>
                <a:ext uri="{FF2B5EF4-FFF2-40B4-BE49-F238E27FC236}">
                  <a16:creationId xmlns:a16="http://schemas.microsoft.com/office/drawing/2014/main" id="{9109F44F-512F-4792-AED2-ECA80DDE16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1" name="Freeform: Shape 190">
              <a:extLst>
                <a:ext uri="{FF2B5EF4-FFF2-40B4-BE49-F238E27FC236}">
                  <a16:creationId xmlns:a16="http://schemas.microsoft.com/office/drawing/2014/main" id="{29B9E19B-BC56-46F2-BFFF-1688CEA55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2" name="Freeform: Shape 191">
              <a:extLst>
                <a:ext uri="{FF2B5EF4-FFF2-40B4-BE49-F238E27FC236}">
                  <a16:creationId xmlns:a16="http://schemas.microsoft.com/office/drawing/2014/main" id="{F573BDDE-4AED-43FB-B8D1-B5F3708931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3" name="Freeform: Shape 192">
              <a:extLst>
                <a:ext uri="{FF2B5EF4-FFF2-40B4-BE49-F238E27FC236}">
                  <a16:creationId xmlns:a16="http://schemas.microsoft.com/office/drawing/2014/main" id="{EFFDA684-6DFF-4629-830E-6F2ACAB8C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94" name="Freeform: Shape 193">
              <a:extLst>
                <a:ext uri="{FF2B5EF4-FFF2-40B4-BE49-F238E27FC236}">
                  <a16:creationId xmlns:a16="http://schemas.microsoft.com/office/drawing/2014/main" id="{92E23250-6349-4726-AF61-08A57B3A2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5" name="Freeform: Shape 194">
              <a:extLst>
                <a:ext uri="{FF2B5EF4-FFF2-40B4-BE49-F238E27FC236}">
                  <a16:creationId xmlns:a16="http://schemas.microsoft.com/office/drawing/2014/main" id="{8536AAE6-5497-4B0A-9C9F-4EAA1BB322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96" name="Freeform: Shape 195">
              <a:extLst>
                <a:ext uri="{FF2B5EF4-FFF2-40B4-BE49-F238E27FC236}">
                  <a16:creationId xmlns:a16="http://schemas.microsoft.com/office/drawing/2014/main" id="{52B72898-B9DE-4574-BB20-0C317954D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27091514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489B7BFD-8F45-4093-AD9C-91B15B050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B3F61A7-F5FA-C659-28F3-CDC69B883BD8}"/>
              </a:ext>
            </a:extLst>
          </p:cNvPr>
          <p:cNvSpPr>
            <a:spLocks noGrp="1"/>
          </p:cNvSpPr>
          <p:nvPr>
            <p:ph type="title"/>
          </p:nvPr>
        </p:nvSpPr>
        <p:spPr>
          <a:xfrm>
            <a:off x="2871650" y="3459493"/>
            <a:ext cx="3830104" cy="1524000"/>
          </a:xfrm>
        </p:spPr>
        <p:txBody>
          <a:bodyPr vert="horz" lIns="91440" tIns="45720" rIns="91440" bIns="45720" rtlCol="0" anchor="b">
            <a:normAutofit/>
          </a:bodyPr>
          <a:lstStyle/>
          <a:p>
            <a:pPr algn="ctr"/>
            <a:r>
              <a:rPr lang="en-US" sz="8000" b="1" dirty="0">
                <a:solidFill>
                  <a:schemeClr val="bg1"/>
                </a:solidFill>
              </a:rPr>
              <a:t>Thanks</a:t>
            </a:r>
          </a:p>
        </p:txBody>
      </p:sp>
      <p:sp>
        <p:nvSpPr>
          <p:cNvPr id="24" name="Freeform: Shape 23">
            <a:extLst>
              <a:ext uri="{FF2B5EF4-FFF2-40B4-BE49-F238E27FC236}">
                <a16:creationId xmlns:a16="http://schemas.microsoft.com/office/drawing/2014/main" id="{64856DF8-E786-4A2B-BCE9-1D3AA7C5D0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065353"/>
            <a:ext cx="1297983" cy="277779"/>
          </a:xfrm>
          <a:custGeom>
            <a:avLst/>
            <a:gdLst>
              <a:gd name="connsiteX0" fmla="*/ 94113 w 1297983"/>
              <a:gd name="connsiteY0" fmla="*/ 0 h 277779"/>
              <a:gd name="connsiteX1" fmla="*/ 332874 w 1297983"/>
              <a:gd name="connsiteY1" fmla="*/ 238761 h 277779"/>
              <a:gd name="connsiteX2" fmla="*/ 571883 w 1297983"/>
              <a:gd name="connsiteY2" fmla="*/ 0 h 277779"/>
              <a:gd name="connsiteX3" fmla="*/ 810645 w 1297983"/>
              <a:gd name="connsiteY3" fmla="*/ 238761 h 277779"/>
              <a:gd name="connsiteX4" fmla="*/ 1049406 w 1297983"/>
              <a:gd name="connsiteY4" fmla="*/ 0 h 277779"/>
              <a:gd name="connsiteX5" fmla="*/ 1297983 w 1297983"/>
              <a:gd name="connsiteY5" fmla="*/ 248577 h 277779"/>
              <a:gd name="connsiteX6" fmla="*/ 1278599 w 1297983"/>
              <a:gd name="connsiteY6" fmla="*/ 267963 h 277779"/>
              <a:gd name="connsiteX7" fmla="*/ 1049406 w 1297983"/>
              <a:gd name="connsiteY7" fmla="*/ 39017 h 277779"/>
              <a:gd name="connsiteX8" fmla="*/ 810645 w 1297983"/>
              <a:gd name="connsiteY8" fmla="*/ 277779 h 277779"/>
              <a:gd name="connsiteX9" fmla="*/ 571883 w 1297983"/>
              <a:gd name="connsiteY9" fmla="*/ 39017 h 277779"/>
              <a:gd name="connsiteX10" fmla="*/ 332874 w 1297983"/>
              <a:gd name="connsiteY10" fmla="*/ 277779 h 277779"/>
              <a:gd name="connsiteX11" fmla="*/ 94113 w 1297983"/>
              <a:gd name="connsiteY11" fmla="*/ 39017 h 277779"/>
              <a:gd name="connsiteX12" fmla="*/ 0 w 1297983"/>
              <a:gd name="connsiteY12" fmla="*/ 133130 h 277779"/>
              <a:gd name="connsiteX13" fmla="*/ 0 w 1297983"/>
              <a:gd name="connsiteY13" fmla="*/ 94113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97983" h="277779">
                <a:moveTo>
                  <a:pt x="94113" y="0"/>
                </a:moveTo>
                <a:lnTo>
                  <a:pt x="332874" y="238761"/>
                </a:lnTo>
                <a:lnTo>
                  <a:pt x="571883" y="0"/>
                </a:lnTo>
                <a:lnTo>
                  <a:pt x="810645" y="238761"/>
                </a:lnTo>
                <a:lnTo>
                  <a:pt x="1049406" y="0"/>
                </a:lnTo>
                <a:lnTo>
                  <a:pt x="1297983" y="248577"/>
                </a:lnTo>
                <a:lnTo>
                  <a:pt x="1278599" y="267963"/>
                </a:lnTo>
                <a:lnTo>
                  <a:pt x="1049406" y="39017"/>
                </a:lnTo>
                <a:lnTo>
                  <a:pt x="810645" y="277779"/>
                </a:lnTo>
                <a:lnTo>
                  <a:pt x="571883" y="39017"/>
                </a:lnTo>
                <a:lnTo>
                  <a:pt x="332874" y="277779"/>
                </a:lnTo>
                <a:lnTo>
                  <a:pt x="94113" y="39017"/>
                </a:lnTo>
                <a:lnTo>
                  <a:pt x="0" y="133130"/>
                </a:lnTo>
                <a:lnTo>
                  <a:pt x="0" y="94113"/>
                </a:lnTo>
                <a:close/>
              </a:path>
            </a:pathLst>
          </a:custGeom>
          <a:solidFill>
            <a:schemeClr val="bg1"/>
          </a:solidFill>
          <a:ln w="9525" cap="flat">
            <a:noFill/>
            <a:prstDash val="solid"/>
            <a:miter/>
          </a:ln>
        </p:spPr>
        <p:txBody>
          <a:bodyPr wrap="square" rtlCol="0" anchor="ctr">
            <a:noAutofit/>
          </a:bodyPr>
          <a:lstStyle/>
          <a:p>
            <a:endParaRPr lang="en-US"/>
          </a:p>
        </p:txBody>
      </p:sp>
      <p:sp>
        <p:nvSpPr>
          <p:cNvPr id="35" name="Freeform: Shape 34">
            <a:extLst>
              <a:ext uri="{FF2B5EF4-FFF2-40B4-BE49-F238E27FC236}">
                <a16:creationId xmlns:a16="http://schemas.microsoft.com/office/drawing/2014/main" id="{E646A872-7F34-4E27-B0A7-9720177E37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505088"/>
            <a:ext cx="1297983" cy="277779"/>
          </a:xfrm>
          <a:custGeom>
            <a:avLst/>
            <a:gdLst>
              <a:gd name="connsiteX0" fmla="*/ 94113 w 1297983"/>
              <a:gd name="connsiteY0" fmla="*/ 0 h 277779"/>
              <a:gd name="connsiteX1" fmla="*/ 332874 w 1297983"/>
              <a:gd name="connsiteY1" fmla="*/ 238761 h 277779"/>
              <a:gd name="connsiteX2" fmla="*/ 571883 w 1297983"/>
              <a:gd name="connsiteY2" fmla="*/ 0 h 277779"/>
              <a:gd name="connsiteX3" fmla="*/ 810645 w 1297983"/>
              <a:gd name="connsiteY3" fmla="*/ 238761 h 277779"/>
              <a:gd name="connsiteX4" fmla="*/ 1049406 w 1297983"/>
              <a:gd name="connsiteY4" fmla="*/ 0 h 277779"/>
              <a:gd name="connsiteX5" fmla="*/ 1297983 w 1297983"/>
              <a:gd name="connsiteY5" fmla="*/ 248577 h 277779"/>
              <a:gd name="connsiteX6" fmla="*/ 1278599 w 1297983"/>
              <a:gd name="connsiteY6" fmla="*/ 268208 h 277779"/>
              <a:gd name="connsiteX7" fmla="*/ 1049406 w 1297983"/>
              <a:gd name="connsiteY7" fmla="*/ 39017 h 277779"/>
              <a:gd name="connsiteX8" fmla="*/ 810645 w 1297983"/>
              <a:gd name="connsiteY8" fmla="*/ 277779 h 277779"/>
              <a:gd name="connsiteX9" fmla="*/ 571883 w 1297983"/>
              <a:gd name="connsiteY9" fmla="*/ 39017 h 277779"/>
              <a:gd name="connsiteX10" fmla="*/ 332874 w 1297983"/>
              <a:gd name="connsiteY10" fmla="*/ 277779 h 277779"/>
              <a:gd name="connsiteX11" fmla="*/ 94113 w 1297983"/>
              <a:gd name="connsiteY11" fmla="*/ 39017 h 277779"/>
              <a:gd name="connsiteX12" fmla="*/ 0 w 1297983"/>
              <a:gd name="connsiteY12" fmla="*/ 133130 h 277779"/>
              <a:gd name="connsiteX13" fmla="*/ 0 w 1297983"/>
              <a:gd name="connsiteY13" fmla="*/ 94113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97983" h="277779">
                <a:moveTo>
                  <a:pt x="94113" y="0"/>
                </a:moveTo>
                <a:lnTo>
                  <a:pt x="332874" y="238761"/>
                </a:lnTo>
                <a:lnTo>
                  <a:pt x="571883" y="0"/>
                </a:lnTo>
                <a:lnTo>
                  <a:pt x="810645" y="238761"/>
                </a:lnTo>
                <a:lnTo>
                  <a:pt x="1049406" y="0"/>
                </a:lnTo>
                <a:lnTo>
                  <a:pt x="1297983" y="248577"/>
                </a:lnTo>
                <a:lnTo>
                  <a:pt x="1278599" y="268208"/>
                </a:lnTo>
                <a:lnTo>
                  <a:pt x="1049406" y="39017"/>
                </a:lnTo>
                <a:lnTo>
                  <a:pt x="810645" y="277779"/>
                </a:lnTo>
                <a:lnTo>
                  <a:pt x="571883" y="39017"/>
                </a:lnTo>
                <a:lnTo>
                  <a:pt x="332874" y="277779"/>
                </a:lnTo>
                <a:lnTo>
                  <a:pt x="94113" y="39017"/>
                </a:lnTo>
                <a:lnTo>
                  <a:pt x="0" y="133130"/>
                </a:lnTo>
                <a:lnTo>
                  <a:pt x="0" y="94113"/>
                </a:lnTo>
                <a:close/>
              </a:path>
            </a:pathLst>
          </a:custGeom>
          <a:solidFill>
            <a:schemeClr val="bg1"/>
          </a:solidFill>
          <a:ln w="9525" cap="flat">
            <a:noFill/>
            <a:prstDash val="solid"/>
            <a:miter/>
          </a:ln>
        </p:spPr>
        <p:txBody>
          <a:bodyPr wrap="square" rtlCol="0" anchor="ctr">
            <a:noAutofit/>
          </a:bodyPr>
          <a:lstStyle/>
          <a:p>
            <a:endParaRPr lang="en-US"/>
          </a:p>
        </p:txBody>
      </p:sp>
      <p:sp>
        <p:nvSpPr>
          <p:cNvPr id="37" name="Oval 36">
            <a:extLst>
              <a:ext uri="{FF2B5EF4-FFF2-40B4-BE49-F238E27FC236}">
                <a16:creationId xmlns:a16="http://schemas.microsoft.com/office/drawing/2014/main" id="{AE689860-A291-4B0F-AB65-421F8C20E2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83640" y="2714402"/>
            <a:ext cx="3938846" cy="3938846"/>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C82BEF57-041E-4DE3-B65C-CBE71211B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83640" y="2714402"/>
            <a:ext cx="3938846" cy="3938846"/>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D9DFE8A5-DCEC-4A43-B613-D62AC8C573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6438" y="267945"/>
            <a:ext cx="3055711" cy="3055711"/>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45E0BF71-78CD-4FD9-BB54-48CD141589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6438" y="267945"/>
            <a:ext cx="3055711" cy="305571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26B7664A-BE61-4A65-B937-A31E08B8B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90042" y="201891"/>
            <a:ext cx="3055711" cy="3055711"/>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Graphic 212">
            <a:extLst>
              <a:ext uri="{FF2B5EF4-FFF2-40B4-BE49-F238E27FC236}">
                <a16:creationId xmlns:a16="http://schemas.microsoft.com/office/drawing/2014/main" id="{279CAF82-0ECF-42BE-8F37-F71941E5D4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05044" y="529755"/>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40" name="Graphic 212">
            <a:extLst>
              <a:ext uri="{FF2B5EF4-FFF2-40B4-BE49-F238E27FC236}">
                <a16:creationId xmlns:a16="http://schemas.microsoft.com/office/drawing/2014/main" id="{0AE773EE-DD7B-4F25-945A-3F59DEE680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05044" y="529755"/>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42" name="Graphic 185">
            <a:extLst>
              <a:ext uri="{FF2B5EF4-FFF2-40B4-BE49-F238E27FC236}">
                <a16:creationId xmlns:a16="http://schemas.microsoft.com/office/drawing/2014/main" id="{FB9739EB-7F66-433D-841F-AB3CD18700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61467" y="1770675"/>
            <a:ext cx="1054466" cy="469689"/>
            <a:chOff x="9841624" y="4115729"/>
            <a:chExt cx="602169" cy="268223"/>
          </a:xfrm>
          <a:solidFill>
            <a:schemeClr val="bg1"/>
          </a:solidFill>
        </p:grpSpPr>
        <p:sp>
          <p:nvSpPr>
            <p:cNvPr id="43" name="Freeform: Shape 42">
              <a:extLst>
                <a:ext uri="{FF2B5EF4-FFF2-40B4-BE49-F238E27FC236}">
                  <a16:creationId xmlns:a16="http://schemas.microsoft.com/office/drawing/2014/main" id="{104F2BBD-A005-4DCB-9566-F2351050B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8B00DEC7-198B-49D1-98FD-018F3ECFC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F14DFC82-B3B3-468E-91B3-1302CFC68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D3250EFE-214E-4B8E-AF96-036A514FFB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AD058EBE-D4A5-4C43-B170-6A451F87A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9" name="Oval 48">
            <a:extLst>
              <a:ext uri="{FF2B5EF4-FFF2-40B4-BE49-F238E27FC236}">
                <a16:creationId xmlns:a16="http://schemas.microsoft.com/office/drawing/2014/main" id="{033BC44A-0661-43B4-9C14-FD5963C226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5735" y="4917084"/>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1" name="Oval 50">
            <a:extLst>
              <a:ext uri="{FF2B5EF4-FFF2-40B4-BE49-F238E27FC236}">
                <a16:creationId xmlns:a16="http://schemas.microsoft.com/office/drawing/2014/main" id="{2A7F3B2F-8A53-4176-8D77-ECA28FF4D6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5735" y="4917084"/>
            <a:ext cx="319941" cy="31994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3" name="Oval 52">
            <a:extLst>
              <a:ext uri="{FF2B5EF4-FFF2-40B4-BE49-F238E27FC236}">
                <a16:creationId xmlns:a16="http://schemas.microsoft.com/office/drawing/2014/main" id="{87045360-A428-4E4B-989C-E4EF4D920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70947" y="2618037"/>
            <a:ext cx="3938846" cy="3938846"/>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Smiling Face with No Fill">
            <a:extLst>
              <a:ext uri="{FF2B5EF4-FFF2-40B4-BE49-F238E27FC236}">
                <a16:creationId xmlns:a16="http://schemas.microsoft.com/office/drawing/2014/main" id="{10F4DCA3-705B-9D6D-F02A-E466C8A2F0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51996" y="699636"/>
            <a:ext cx="2104795" cy="2104795"/>
          </a:xfrm>
          <a:prstGeom prst="rect">
            <a:avLst/>
          </a:prstGeom>
        </p:spPr>
      </p:pic>
      <p:pic>
        <p:nvPicPr>
          <p:cNvPr id="9" name="Graphic 8">
            <a:extLst>
              <a:ext uri="{FF2B5EF4-FFF2-40B4-BE49-F238E27FC236}">
                <a16:creationId xmlns:a16="http://schemas.microsoft.com/office/drawing/2014/main" id="{5BABB26F-9F80-CD60-9C06-51AED9B1CF4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283961" y="3525547"/>
            <a:ext cx="4712818" cy="2265653"/>
          </a:xfrm>
          <a:prstGeom prst="rect">
            <a:avLst/>
          </a:prstGeom>
        </p:spPr>
      </p:pic>
      <p:sp>
        <p:nvSpPr>
          <p:cNvPr id="4" name="AutoShape 2" descr="Automotive Over-The-Air (OTA) Software Updates - SOTA, FOTA">
            <a:extLst>
              <a:ext uri="{FF2B5EF4-FFF2-40B4-BE49-F238E27FC236}">
                <a16:creationId xmlns:a16="http://schemas.microsoft.com/office/drawing/2014/main" id="{35559CD2-8ACD-00C4-AB13-5AE3BEDFE81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0926974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5">
    <wetp:webextensionref xmlns:r="http://schemas.openxmlformats.org/officeDocument/2006/relationships" r:id="rId1"/>
  </wetp:taskpane>
  <wetp:taskpane dockstate="right" visibility="0" width="438" row="3">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F068A76C-0E35-41A9-AC39-E7782EC1F783}">
  <we:reference id="wa200005669" version="2.0.0.0" store="en-US" storeType="OMEX"/>
  <we:alternateReferences>
    <we:reference id="wa200005669" version="2.0.0.0" store="wa200005669"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C2609488-37B3-4221-8786-765610DDF1FA}">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1316</TotalTime>
  <Words>1442</Words>
  <Application>Microsoft Office PowerPoint</Application>
  <PresentationFormat>Widescreen</PresentationFormat>
  <Paragraphs>193</Paragraphs>
  <Slides>30</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Aptos</vt:lpstr>
      <vt:lpstr>Aptos Display</vt:lpstr>
      <vt:lpstr>Arial</vt:lpstr>
      <vt:lpstr>Calibri</vt:lpstr>
      <vt:lpstr>Helvetica Neue Medium</vt:lpstr>
      <vt:lpstr>Liberation Sans</vt:lpstr>
      <vt:lpstr>Office Theme</vt:lpstr>
      <vt:lpstr>PowerPoint Presentation</vt:lpstr>
      <vt:lpstr>PowerPoint Presentation</vt:lpstr>
      <vt:lpstr>Problem Statement</vt:lpstr>
      <vt:lpstr>Problem Definition  </vt:lpstr>
      <vt:lpstr>Objective</vt:lpstr>
      <vt:lpstr>System Overview</vt:lpstr>
      <vt:lpstr>Main ECU (STM32F103)</vt:lpstr>
      <vt:lpstr>Key FreeRTOS Tasks: </vt:lpstr>
      <vt:lpstr>Bootloader </vt:lpstr>
      <vt:lpstr>App ECU (STM32F103)</vt:lpstr>
      <vt:lpstr>Raspberry Pi </vt:lpstr>
      <vt:lpstr>Core Components &amp; Services</vt:lpstr>
      <vt:lpstr>CAN Network Integration</vt:lpstr>
      <vt:lpstr>Why CAN ?</vt:lpstr>
      <vt:lpstr>Over-The-Air (OTA) Firmware Updates</vt:lpstr>
      <vt:lpstr>Workflow Overview</vt:lpstr>
      <vt:lpstr>UDS Diagnostics </vt:lpstr>
      <vt:lpstr>Why Vehicle Diagnostics Matter</vt:lpstr>
      <vt:lpstr>Diagnostics (UDS over CAN)</vt:lpstr>
      <vt:lpstr>Diagnostic Workflow</vt:lpstr>
      <vt:lpstr>Cloud-Based Firmware Server</vt:lpstr>
      <vt:lpstr>Workflow</vt:lpstr>
      <vt:lpstr>MQTT protocol</vt:lpstr>
      <vt:lpstr>Web Dashboard &amp; User Interface</vt:lpstr>
      <vt:lpstr>Technology Stack</vt:lpstr>
      <vt:lpstr>Key Features</vt:lpstr>
      <vt:lpstr>Results &amp; Demo</vt:lpstr>
      <vt:lpstr>Conclusion</vt:lpstr>
      <vt:lpstr>Any Questions? </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Ahmed Mogoda</dc:creator>
  <cp:lastModifiedBy>Ahmed Mogoda</cp:lastModifiedBy>
  <cp:revision>16</cp:revision>
  <dcterms:created xsi:type="dcterms:W3CDTF">2025-07-10T06:58:00Z</dcterms:created>
  <dcterms:modified xsi:type="dcterms:W3CDTF">2025-07-11T14:27:36Z</dcterms:modified>
</cp:coreProperties>
</file>